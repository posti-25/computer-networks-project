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69951" autoAdjust="0"/>
  </p:normalViewPr>
  <p:slideViewPr>
    <p:cSldViewPr snapToGrid="0">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Sir, the basic idea is to simulate space telemetry. Telemetry means sending measurements from a remote system to a receiving station. Here, our spacecraft is a program generating mock readings. We focus on how the receiver finds frames, checks them, and continues after damage.</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cannot assume that each incoming message is a complete frame. We deliberately divide the logical stream into chunks before sending it through UDP. The receiver gets those chunks intact, but it must discover the telemetry boundaries itself. This is application-level framing. Using TCP would not remove the need to define those boundaries either.</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three main parts. The transmitter creates the mock data and sends it. The receiver does the actual synchronization and validation work. The UI helps us see that work. UDP carries the telemetry chunks; WebSocket carries the receiver's observations to the browser.</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similar to a packet-format diagram, but it shows the entire unit. The readings become payload bytes. We add a sequence number, length, flags, and CRC to make a 256-byte body. Then we prepend a four-byte start marker. CRC is not a replacement for the readings; it is a check value included alongside them.</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Think of separate envelopes bringing pieces of a letter. These boxes are the envelopes; the buffer is the table where we keep their contents. We do not throw away a partial frame when a message ends. In this example, the new arrival gives us enough bits to check a complete candidate. Persistent means retained between arrivals while the receiver runs, not permanently saved to disk.</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ASM is a start sign in the incoming bits. The receiver checks 32 consecutive bits against this known pattern. If they do not match, it moves by one bit and tries again. A match tells us where a possible frame starts, but it does not prove that the following data is valid.</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states are simple: find, wait, check, and accept. HUNT finds the marker. LOCK waits for the rest. VERIFY checks the candidate. EXTRACT accepts the readings. If checks fail, we return to searching. If extraction finishes and the next marker is already buffered, we can go directly back to LOCK.</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0–7 row confused me initially, so this distinction matters. A highlighted zero does not mean frame zero. It means the marker starts at the first bit of a byte. For example, the candidate at stream bit 4160 has alignment zero because 4160 is divisible by eight. Alignment also does not tell us which bit was corrupted.</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receiver does the same CRC calculation on the received body and compares the result with the transmitted value. If CRC and format pass, it decodes the bytes into readable measurements. The space-telemetry connection is these measurements about the spacecraft's condition. Here they are mock values. Our simulated uptime is generated from the sequence number, not actual elapsed program time. CRC detects damage; it does not fix it or locate the exact bad bit.</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recovery feature. If CRC fails, we do not terminate the receiver. We also do not assume where the next frame begins. We resume the bit-level search one bit after the failed candidate's marker. We then find another marker and validate its frame. Once a valid frame is found, decoding continues. The damaged readings are skipped, not repaired.</a:t>
            </a:r>
          </a:p>
          <a:p>
            <a:endParaRPr/>
          </a:p>
          <a:p>
            <a:r>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All three faults damage frame 2, but their effects on later frames differ. A flip changes a value without moving boundaries. An insertion pushes later starts one bit forward. A deletion pulls them one bit backward, which appears as alignment seven. The receiver observes markers, checks, and positions; it is not told which fault happened. The selected experiment tells us the injected cause.</a:t>
            </a:r>
          </a:p>
          <a:p>
            <a:endParaRPr dirty="0"/>
          </a:p>
          <a:p>
            <a:r>
              <a:rPr dirty="0"/>
              <a:t>Source: D:/jenevi/FALL SEM 26-27/CN/Project/docs/presentation-content.md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first use Guided lab because we can pause each transition. Next state skips to the next FSM change; Step advances one recorded step. Playback speed changes the walkthrough speed, not the network rate. We will compare a clean run, a flipped bit, and an inserted bit. Then I can switch to Live to show actual UDP traffic. The result is a receiver that finds and validates frames even when message boundaries do not match frame boundaries, and continues receiving after damage without restarting.</a:t>
            </a:r>
          </a:p>
          <a:p>
            <a:endParaRPr/>
          </a:p>
          <a:p>
            <a:r>
              <a:t>Source: D:/jenevi/FALL SEM 26-27/CN/Project/docs/presentation-content.md</a:t>
            </a:r>
          </a:p>
          <a:p>
            <a:endParaRPr/>
          </a:p>
          <a:p>
            <a:r>
              <a:t>Demonstration notes</a:t>
            </a:r>
          </a:p>
          <a:p>
            <a:r>
              <a:t>- Guided lab needs the receiver and UI, but no running transmitter. Its recording uses the same frame builder, simulator, packetizer, synchronizer, and CRC implementation, with chunks processed in memory.</a:t>
            </a:r>
          </a:p>
          <a:p>
            <a:r>
              <a:t>- Select an experiment and press Restart before explaining it. At “complete,” use Latest valid alignment to discuss the recovered frames; current alignment may be absent because the receiver has returned to HUNT.</a:t>
            </a:r>
          </a:p>
          <a:p>
            <a:r>
              <a:t>- Pause at a rejected candidate to show the unequal CRC values. Then continue to a later accepted frame and inspect Latest valid alignment.</a:t>
            </a:r>
          </a:p>
          <a:p>
            <a:r>
              <a:t>- The 0–7 row is alignment. The small chunk numbers are arrival counters. Frame sequence is a third, separate identifier.</a:t>
            </a:r>
          </a:p>
          <a:p>
            <a:r>
              <a:t>- During guided playback, the FSM can pause within a chunk while buffer counters update at chunk completion. Do not treat a before-chunk bar and an end-of-chunk caption as a single instantaneous snapshot.</a:t>
            </a:r>
          </a:p>
          <a:p>
            <a:r>
              <a:t>- A sequence gap counts missing accepted frame observations, not missing UDP datagrams. Reacquisition counts a marker found after a rejected candidate; startup acquisition alone does not count.</a:t>
            </a:r>
          </a:p>
          <a:p>
            <a:r>
              <a:t>- The live receiver runs independently of the browser. Closing the dashboard or freezing its visuals does not stop UDP reception.</a:t>
            </a:r>
          </a:p>
          <a:p>
            <a:r>
              <a:t>- For a fresh live fault demonstration, stop the old transmitter, restart the receiver to reset counters, and run `npm run transmitter -- --mode bit-insert --target-frame 50`. At the default 5 frames/second the fault occurs roughly ten seconds into transmission. Do not restart during the fault.</a:t>
            </a:r>
          </a:p>
          <a:p>
            <a:r>
              <a:t>- Conclude with the scope: software-only, mock measurements, custom educational frame body; no RF hardware, retransmission, forward error correction, or repair of rejected readings.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D70CDE4-8D80-44E9-B614-26DDE0738C7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9F6664A-B9D9-4E1D-89BA-F1B30216ACC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3111F08-2D91-4F95-9355-43460C7EBFF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9CE7C0D-39A9-4DCF-A03B-C36C061CA22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3C7CB8D-96B0-44C8-AADB-5BBDDCC3C22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DF1E851-C298-4876-B452-26C6D9B1AB3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A5529CA-7838-41EF-A4D7-568112F2AE1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B1DA542-81D2-464C-882D-AD181AE19CC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0954053-FF71-45E7-B978-BF0B2722E46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CD6965E-E4EB-4765-9F42-DC35ED81151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33266B5B-E546-4906-9AA7-0F1F7CD4BD6A}"/>
              </a:ext>
            </a:extLst>
          </p:cNvPr>
          <p:cNvSpPr>
            <a:spLocks noGrp="1"/>
          </p:cNvSpPr>
          <p:nvPr/>
        </p:nvSpPr>
        <p:spPr>
          <a:xfrm>
            <a:off x="1066800" y="666750"/>
            <a:ext cx="10058400" cy="438150"/>
          </a:xfrm>
          <a:prstGeom prst="rect">
            <a:avLst/>
          </a:prstGeom>
          <a:noFill/>
          <a:ln w="0">
            <a:noFill/>
          </a:ln>
        </p:spPr>
        <p:txBody>
          <a:bodyPr wrap="square" lIns="0" tIns="0" rIns="0" bIns="0" anchor="t">
            <a:noAutofit/>
          </a:bodyPr>
          <a:lstStyle>
            <a:lvl1pPr algn="ctr">
              <a:buNone/>
              <a:defRPr sz="2175" b="1">
                <a:solidFill>
                  <a:srgbClr val="20334A"/>
                </a:solidFill>
                <a:latin typeface="Arial"/>
                <a:ea typeface="Arial"/>
                <a:cs typeface="Arial"/>
              </a:defRPr>
            </a:lvl1pPr>
            <a:lvl2pPr algn="ctr">
              <a:buNone/>
              <a:defRPr sz="2175" b="1">
                <a:solidFill>
                  <a:srgbClr val="20334A"/>
                </a:solidFill>
                <a:latin typeface="Arial"/>
                <a:ea typeface="Arial"/>
                <a:cs typeface="Arial"/>
              </a:defRPr>
            </a:lvl2pPr>
            <a:lvl3pPr algn="ctr">
              <a:buNone/>
              <a:defRPr sz="2175" b="1">
                <a:solidFill>
                  <a:srgbClr val="20334A"/>
                </a:solidFill>
                <a:latin typeface="Arial"/>
                <a:ea typeface="Arial"/>
                <a:cs typeface="Arial"/>
              </a:defRPr>
            </a:lvl3pPr>
            <a:lvl4pPr algn="ctr">
              <a:buNone/>
              <a:defRPr sz="2175" b="1">
                <a:solidFill>
                  <a:srgbClr val="20334A"/>
                </a:solidFill>
                <a:latin typeface="Arial"/>
                <a:ea typeface="Arial"/>
                <a:cs typeface="Arial"/>
              </a:defRPr>
            </a:lvl4pPr>
            <a:lvl5pPr algn="ctr">
              <a:buNone/>
              <a:defRPr sz="2175" b="1">
                <a:solidFill>
                  <a:srgbClr val="20334A"/>
                </a:solidFill>
                <a:latin typeface="Arial"/>
                <a:ea typeface="Arial"/>
                <a:cs typeface="Arial"/>
              </a:defRPr>
            </a:lvl5pPr>
            <a:lvl6pPr algn="ctr">
              <a:buNone/>
              <a:defRPr sz="2175" b="1">
                <a:solidFill>
                  <a:srgbClr val="20334A"/>
                </a:solidFill>
                <a:latin typeface="Arial"/>
                <a:ea typeface="Arial"/>
                <a:cs typeface="Arial"/>
              </a:defRPr>
            </a:lvl6pPr>
            <a:lvl7pPr algn="ctr">
              <a:buNone/>
              <a:defRPr sz="2175" b="1">
                <a:solidFill>
                  <a:srgbClr val="20334A"/>
                </a:solidFill>
                <a:latin typeface="Arial"/>
                <a:ea typeface="Arial"/>
                <a:cs typeface="Arial"/>
              </a:defRPr>
            </a:lvl7pPr>
            <a:lvl8pPr algn="ctr">
              <a:buNone/>
              <a:defRPr sz="2175" b="1">
                <a:solidFill>
                  <a:srgbClr val="20334A"/>
                </a:solidFill>
                <a:latin typeface="Arial"/>
                <a:ea typeface="Arial"/>
                <a:cs typeface="Arial"/>
              </a:defRPr>
            </a:lvl8pPr>
            <a:lvl9pPr algn="ctr">
              <a:buNone/>
              <a:defRPr sz="2175" b="1">
                <a:solidFill>
                  <a:srgbClr val="20334A"/>
                </a:solidFill>
                <a:latin typeface="Arial"/>
                <a:ea typeface="Arial"/>
                <a:cs typeface="Arial"/>
              </a:defRPr>
            </a:lvl9pPr>
          </a:lstStyle>
          <a:p>
            <a:pPr algn="ctr">
              <a:buNone/>
              <a:defRPr sz="2175" b="1">
                <a:solidFill>
                  <a:srgbClr val="20334A"/>
                </a:solidFill>
                <a:latin typeface="Arial"/>
                <a:ea typeface="Arial"/>
                <a:cs typeface="Arial"/>
              </a:defRPr>
            </a:pPr>
            <a:r>
              <a:rPr sz="2175" b="1">
                <a:solidFill>
                  <a:srgbClr val="20334A"/>
                </a:solidFill>
                <a:latin typeface="Arial"/>
                <a:ea typeface="Arial"/>
                <a:cs typeface="Arial"/>
              </a:rPr>
              <a:t>Innovative Evaluation Practices for</a:t>
            </a:r>
          </a:p>
        </p:txBody>
      </p:sp>
      <p:sp>
        <p:nvSpPr>
          <p:cNvPr id="4" name="Text 3">
            <a:extLst>
              <a:ext uri="{FF2B5EF4-FFF2-40B4-BE49-F238E27FC236}">
                <a16:creationId xmlns:a16="http://schemas.microsoft.com/office/drawing/2014/main" id="{15A839DA-A90B-4E4F-86E1-C6733AE90D25}"/>
              </a:ext>
            </a:extLst>
          </p:cNvPr>
          <p:cNvSpPr>
            <a:spLocks noGrp="1"/>
          </p:cNvSpPr>
          <p:nvPr/>
        </p:nvSpPr>
        <p:spPr>
          <a:xfrm>
            <a:off x="1066800" y="1143000"/>
            <a:ext cx="10058400" cy="438150"/>
          </a:xfrm>
          <a:prstGeom prst="rect">
            <a:avLst/>
          </a:prstGeom>
          <a:noFill/>
          <a:ln w="0">
            <a:noFill/>
          </a:ln>
        </p:spPr>
        <p:txBody>
          <a:bodyPr wrap="square" lIns="0" tIns="0" rIns="0" bIns="0" anchor="t">
            <a:noAutofit/>
          </a:bodyPr>
          <a:lstStyle>
            <a:lvl1pPr algn="ctr">
              <a:buNone/>
              <a:defRPr sz="2250" b="1">
                <a:solidFill>
                  <a:srgbClr val="20334A"/>
                </a:solidFill>
                <a:latin typeface="Arial"/>
                <a:ea typeface="Arial"/>
                <a:cs typeface="Arial"/>
              </a:defRPr>
            </a:lvl1pPr>
            <a:lvl2pPr algn="ctr">
              <a:buNone/>
              <a:defRPr sz="2250" b="1">
                <a:solidFill>
                  <a:srgbClr val="20334A"/>
                </a:solidFill>
                <a:latin typeface="Arial"/>
                <a:ea typeface="Arial"/>
                <a:cs typeface="Arial"/>
              </a:defRPr>
            </a:lvl2pPr>
            <a:lvl3pPr algn="ctr">
              <a:buNone/>
              <a:defRPr sz="2250" b="1">
                <a:solidFill>
                  <a:srgbClr val="20334A"/>
                </a:solidFill>
                <a:latin typeface="Arial"/>
                <a:ea typeface="Arial"/>
                <a:cs typeface="Arial"/>
              </a:defRPr>
            </a:lvl3pPr>
            <a:lvl4pPr algn="ctr">
              <a:buNone/>
              <a:defRPr sz="2250" b="1">
                <a:solidFill>
                  <a:srgbClr val="20334A"/>
                </a:solidFill>
                <a:latin typeface="Arial"/>
                <a:ea typeface="Arial"/>
                <a:cs typeface="Arial"/>
              </a:defRPr>
            </a:lvl4pPr>
            <a:lvl5pPr algn="ctr">
              <a:buNone/>
              <a:defRPr sz="2250" b="1">
                <a:solidFill>
                  <a:srgbClr val="20334A"/>
                </a:solidFill>
                <a:latin typeface="Arial"/>
                <a:ea typeface="Arial"/>
                <a:cs typeface="Arial"/>
              </a:defRPr>
            </a:lvl5pPr>
            <a:lvl6pPr algn="ctr">
              <a:buNone/>
              <a:defRPr sz="2250" b="1">
                <a:solidFill>
                  <a:srgbClr val="20334A"/>
                </a:solidFill>
                <a:latin typeface="Arial"/>
                <a:ea typeface="Arial"/>
                <a:cs typeface="Arial"/>
              </a:defRPr>
            </a:lvl6pPr>
            <a:lvl7pPr algn="ctr">
              <a:buNone/>
              <a:defRPr sz="2250" b="1">
                <a:solidFill>
                  <a:srgbClr val="20334A"/>
                </a:solidFill>
                <a:latin typeface="Arial"/>
                <a:ea typeface="Arial"/>
                <a:cs typeface="Arial"/>
              </a:defRPr>
            </a:lvl7pPr>
            <a:lvl8pPr algn="ctr">
              <a:buNone/>
              <a:defRPr sz="2250" b="1">
                <a:solidFill>
                  <a:srgbClr val="20334A"/>
                </a:solidFill>
                <a:latin typeface="Arial"/>
                <a:ea typeface="Arial"/>
                <a:cs typeface="Arial"/>
              </a:defRPr>
            </a:lvl8pPr>
            <a:lvl9pPr algn="ctr">
              <a:buNone/>
              <a:defRPr sz="2250" b="1">
                <a:solidFill>
                  <a:srgbClr val="20334A"/>
                </a:solidFill>
                <a:latin typeface="Arial"/>
                <a:ea typeface="Arial"/>
                <a:cs typeface="Arial"/>
              </a:defRPr>
            </a:lvl9pPr>
          </a:lstStyle>
          <a:p>
            <a:pPr algn="ctr">
              <a:buNone/>
              <a:defRPr sz="2250" b="1">
                <a:solidFill>
                  <a:srgbClr val="20334A"/>
                </a:solidFill>
                <a:latin typeface="Arial"/>
                <a:ea typeface="Arial"/>
                <a:cs typeface="Arial"/>
              </a:defRPr>
            </a:pPr>
            <a:r>
              <a:rPr sz="2250" b="1">
                <a:solidFill>
                  <a:srgbClr val="20334A"/>
                </a:solidFill>
                <a:latin typeface="Arial"/>
                <a:ea typeface="Arial"/>
                <a:cs typeface="Arial"/>
              </a:rPr>
              <a:t>BCSE308P Computer Networks Lab</a:t>
            </a:r>
          </a:p>
        </p:txBody>
      </p:sp>
      <p:sp>
        <p:nvSpPr>
          <p:cNvPr id="5" name="Text 4">
            <a:extLst>
              <a:ext uri="{FF2B5EF4-FFF2-40B4-BE49-F238E27FC236}">
                <a16:creationId xmlns:a16="http://schemas.microsoft.com/office/drawing/2014/main" id="{770754B2-823E-4400-B5E3-659D62EB6E81}"/>
              </a:ext>
            </a:extLst>
          </p:cNvPr>
          <p:cNvSpPr>
            <a:spLocks noGrp="1"/>
          </p:cNvSpPr>
          <p:nvPr/>
        </p:nvSpPr>
        <p:spPr>
          <a:xfrm>
            <a:off x="1066800" y="1666875"/>
            <a:ext cx="10058400" cy="361950"/>
          </a:xfrm>
          <a:prstGeom prst="rect">
            <a:avLst/>
          </a:prstGeom>
          <a:noFill/>
          <a:ln w="0">
            <a:noFill/>
          </a:ln>
        </p:spPr>
        <p:txBody>
          <a:bodyPr wrap="square" lIns="0" tIns="0" rIns="0" bIns="0" anchor="t">
            <a:noAutofit/>
          </a:bodyPr>
          <a:lstStyle>
            <a:lvl1pPr algn="ctr">
              <a:buNone/>
              <a:defRPr sz="1875" b="0">
                <a:solidFill>
                  <a:srgbClr val="20334A"/>
                </a:solidFill>
                <a:latin typeface="Arial"/>
                <a:ea typeface="Arial"/>
                <a:cs typeface="Arial"/>
              </a:defRPr>
            </a:lvl1pPr>
            <a:lvl2pPr algn="ctr">
              <a:buNone/>
              <a:defRPr sz="1875" b="0">
                <a:solidFill>
                  <a:srgbClr val="20334A"/>
                </a:solidFill>
                <a:latin typeface="Arial"/>
                <a:ea typeface="Arial"/>
                <a:cs typeface="Arial"/>
              </a:defRPr>
            </a:lvl2pPr>
            <a:lvl3pPr algn="ctr">
              <a:buNone/>
              <a:defRPr sz="1875" b="0">
                <a:solidFill>
                  <a:srgbClr val="20334A"/>
                </a:solidFill>
                <a:latin typeface="Arial"/>
                <a:ea typeface="Arial"/>
                <a:cs typeface="Arial"/>
              </a:defRPr>
            </a:lvl3pPr>
            <a:lvl4pPr algn="ctr">
              <a:buNone/>
              <a:defRPr sz="1875" b="0">
                <a:solidFill>
                  <a:srgbClr val="20334A"/>
                </a:solidFill>
                <a:latin typeface="Arial"/>
                <a:ea typeface="Arial"/>
                <a:cs typeface="Arial"/>
              </a:defRPr>
            </a:lvl4pPr>
            <a:lvl5pPr algn="ctr">
              <a:buNone/>
              <a:defRPr sz="1875" b="0">
                <a:solidFill>
                  <a:srgbClr val="20334A"/>
                </a:solidFill>
                <a:latin typeface="Arial"/>
                <a:ea typeface="Arial"/>
                <a:cs typeface="Arial"/>
              </a:defRPr>
            </a:lvl5pPr>
            <a:lvl6pPr algn="ctr">
              <a:buNone/>
              <a:defRPr sz="1875" b="0">
                <a:solidFill>
                  <a:srgbClr val="20334A"/>
                </a:solidFill>
                <a:latin typeface="Arial"/>
                <a:ea typeface="Arial"/>
                <a:cs typeface="Arial"/>
              </a:defRPr>
            </a:lvl6pPr>
            <a:lvl7pPr algn="ctr">
              <a:buNone/>
              <a:defRPr sz="1875" b="0">
                <a:solidFill>
                  <a:srgbClr val="20334A"/>
                </a:solidFill>
                <a:latin typeface="Arial"/>
                <a:ea typeface="Arial"/>
                <a:cs typeface="Arial"/>
              </a:defRPr>
            </a:lvl7pPr>
            <a:lvl8pPr algn="ctr">
              <a:buNone/>
              <a:defRPr sz="1875" b="0">
                <a:solidFill>
                  <a:srgbClr val="20334A"/>
                </a:solidFill>
                <a:latin typeface="Arial"/>
                <a:ea typeface="Arial"/>
                <a:cs typeface="Arial"/>
              </a:defRPr>
            </a:lvl8pPr>
            <a:lvl9pPr algn="ctr">
              <a:buNone/>
              <a:defRPr sz="1875" b="0">
                <a:solidFill>
                  <a:srgbClr val="20334A"/>
                </a:solidFill>
                <a:latin typeface="Arial"/>
                <a:ea typeface="Arial"/>
                <a:cs typeface="Arial"/>
              </a:defRPr>
            </a:lvl9pPr>
          </a:lstStyle>
          <a:p>
            <a:pPr algn="ctr">
              <a:buNone/>
              <a:defRPr sz="1875" b="0">
                <a:solidFill>
                  <a:srgbClr val="20334A"/>
                </a:solidFill>
                <a:latin typeface="Arial"/>
                <a:ea typeface="Arial"/>
                <a:cs typeface="Arial"/>
              </a:defRPr>
            </a:pPr>
            <a:r>
              <a:rPr sz="1875" b="0">
                <a:solidFill>
                  <a:srgbClr val="20334A"/>
                </a:solidFill>
                <a:latin typeface="Arial"/>
                <a:ea typeface="Arial"/>
                <a:cs typeface="Arial"/>
              </a:rPr>
              <a:t>Fall Semester 2026-27</a:t>
            </a:r>
          </a:p>
        </p:txBody>
      </p:sp>
      <p:sp>
        <p:nvSpPr>
          <p:cNvPr id="6" name="Text 5">
            <a:extLst>
              <a:ext uri="{FF2B5EF4-FFF2-40B4-BE49-F238E27FC236}">
                <a16:creationId xmlns:a16="http://schemas.microsoft.com/office/drawing/2014/main" id="{2821F7A1-7A5F-43FD-B335-09B73BB09357}"/>
              </a:ext>
            </a:extLst>
          </p:cNvPr>
          <p:cNvSpPr>
            <a:spLocks noGrp="1"/>
          </p:cNvSpPr>
          <p:nvPr/>
        </p:nvSpPr>
        <p:spPr>
          <a:xfrm>
            <a:off x="857250" y="2705100"/>
            <a:ext cx="10477500" cy="1104900"/>
          </a:xfrm>
          <a:prstGeom prst="rect">
            <a:avLst/>
          </a:prstGeom>
          <a:noFill/>
          <a:ln w="0">
            <a:noFill/>
          </a:ln>
        </p:spPr>
        <p:txBody>
          <a:bodyPr wrap="square" lIns="0" tIns="0" rIns="0" bIns="0" anchor="t">
            <a:noAutofit/>
          </a:bodyPr>
          <a:lstStyle>
            <a:lvl1pPr algn="ctr">
              <a:buNone/>
              <a:defRPr sz="2775" b="1">
                <a:solidFill>
                  <a:srgbClr val="166D73"/>
                </a:solidFill>
                <a:latin typeface="Arial"/>
                <a:ea typeface="Arial"/>
                <a:cs typeface="Arial"/>
              </a:defRPr>
            </a:lvl1pPr>
            <a:lvl2pPr algn="ctr">
              <a:buNone/>
              <a:defRPr sz="2775" b="1">
                <a:solidFill>
                  <a:srgbClr val="166D73"/>
                </a:solidFill>
                <a:latin typeface="Arial"/>
                <a:ea typeface="Arial"/>
                <a:cs typeface="Arial"/>
              </a:defRPr>
            </a:lvl2pPr>
            <a:lvl3pPr algn="ctr">
              <a:buNone/>
              <a:defRPr sz="2775" b="1">
                <a:solidFill>
                  <a:srgbClr val="166D73"/>
                </a:solidFill>
                <a:latin typeface="Arial"/>
                <a:ea typeface="Arial"/>
                <a:cs typeface="Arial"/>
              </a:defRPr>
            </a:lvl3pPr>
            <a:lvl4pPr algn="ctr">
              <a:buNone/>
              <a:defRPr sz="2775" b="1">
                <a:solidFill>
                  <a:srgbClr val="166D73"/>
                </a:solidFill>
                <a:latin typeface="Arial"/>
                <a:ea typeface="Arial"/>
                <a:cs typeface="Arial"/>
              </a:defRPr>
            </a:lvl4pPr>
            <a:lvl5pPr algn="ctr">
              <a:buNone/>
              <a:defRPr sz="2775" b="1">
                <a:solidFill>
                  <a:srgbClr val="166D73"/>
                </a:solidFill>
                <a:latin typeface="Arial"/>
                <a:ea typeface="Arial"/>
                <a:cs typeface="Arial"/>
              </a:defRPr>
            </a:lvl5pPr>
            <a:lvl6pPr algn="ctr">
              <a:buNone/>
              <a:defRPr sz="2775" b="1">
                <a:solidFill>
                  <a:srgbClr val="166D73"/>
                </a:solidFill>
                <a:latin typeface="Arial"/>
                <a:ea typeface="Arial"/>
                <a:cs typeface="Arial"/>
              </a:defRPr>
            </a:lvl6pPr>
            <a:lvl7pPr algn="ctr">
              <a:buNone/>
              <a:defRPr sz="2775" b="1">
                <a:solidFill>
                  <a:srgbClr val="166D73"/>
                </a:solidFill>
                <a:latin typeface="Arial"/>
                <a:ea typeface="Arial"/>
                <a:cs typeface="Arial"/>
              </a:defRPr>
            </a:lvl7pPr>
            <a:lvl8pPr algn="ctr">
              <a:buNone/>
              <a:defRPr sz="2775" b="1">
                <a:solidFill>
                  <a:srgbClr val="166D73"/>
                </a:solidFill>
                <a:latin typeface="Arial"/>
                <a:ea typeface="Arial"/>
                <a:cs typeface="Arial"/>
              </a:defRPr>
            </a:lvl8pPr>
            <a:lvl9pPr algn="ctr">
              <a:buNone/>
              <a:defRPr sz="2775" b="1">
                <a:solidFill>
                  <a:srgbClr val="166D73"/>
                </a:solidFill>
                <a:latin typeface="Arial"/>
                <a:ea typeface="Arial"/>
                <a:cs typeface="Arial"/>
              </a:defRPr>
            </a:lvl9pPr>
          </a:lstStyle>
          <a:p>
            <a:pPr algn="ctr">
              <a:buNone/>
              <a:defRPr sz="2775" b="1">
                <a:solidFill>
                  <a:srgbClr val="166D73"/>
                </a:solidFill>
                <a:latin typeface="Arial"/>
                <a:ea typeface="Arial"/>
                <a:cs typeface="Arial"/>
              </a:defRPr>
            </a:pPr>
            <a:r>
              <a:rPr sz="2775" b="1">
                <a:solidFill>
                  <a:srgbClr val="166D73"/>
                </a:solidFill>
                <a:latin typeface="Arial"/>
                <a:ea typeface="Arial"/>
                <a:cs typeface="Arial"/>
              </a:rPr>
              <a:t>CCSDS INSPIRED SOFTWARE TELEMETRY</a:t>
            </a:r>
          </a:p>
          <a:p>
            <a:pPr algn="ctr">
              <a:buNone/>
              <a:defRPr sz="2775" b="1">
                <a:solidFill>
                  <a:srgbClr val="166D73"/>
                </a:solidFill>
                <a:latin typeface="Arial"/>
                <a:ea typeface="Arial"/>
                <a:cs typeface="Arial"/>
              </a:defRPr>
            </a:pPr>
            <a:r>
              <a:rPr sz="2775" b="1">
                <a:solidFill>
                  <a:srgbClr val="166D73"/>
                </a:solidFill>
                <a:latin typeface="Arial"/>
                <a:ea typeface="Arial"/>
                <a:cs typeface="Arial"/>
              </a:rPr>
              <a:t>RECEIVER AND GROUND STATION</a:t>
            </a:r>
          </a:p>
        </p:txBody>
      </p:sp>
      <p:sp>
        <p:nvSpPr>
          <p:cNvPr id="7" name="Text 6">
            <a:extLst>
              <a:ext uri="{FF2B5EF4-FFF2-40B4-BE49-F238E27FC236}">
                <a16:creationId xmlns:a16="http://schemas.microsoft.com/office/drawing/2014/main" id="{28EE6EF4-43A1-46E6-9719-34649DBFBFB6}"/>
              </a:ext>
            </a:extLst>
          </p:cNvPr>
          <p:cNvSpPr>
            <a:spLocks noGrp="1"/>
          </p:cNvSpPr>
          <p:nvPr/>
        </p:nvSpPr>
        <p:spPr>
          <a:xfrm>
            <a:off x="1066800" y="4457700"/>
            <a:ext cx="10058400" cy="419100"/>
          </a:xfrm>
          <a:prstGeom prst="rect">
            <a:avLst/>
          </a:prstGeom>
          <a:noFill/>
          <a:ln w="0">
            <a:noFill/>
          </a:ln>
        </p:spPr>
        <p:txBody>
          <a:bodyPr wrap="square" lIns="0" tIns="0" rIns="0" bIns="0" anchor="t">
            <a:noAutofit/>
          </a:bodyPr>
          <a:lstStyle>
            <a:lvl1pPr algn="ctr">
              <a:buNone/>
              <a:defRPr sz="2175" b="1">
                <a:solidFill>
                  <a:srgbClr val="20334A"/>
                </a:solidFill>
                <a:latin typeface="Arial"/>
                <a:ea typeface="Arial"/>
                <a:cs typeface="Arial"/>
              </a:defRPr>
            </a:lvl1pPr>
            <a:lvl2pPr algn="ctr">
              <a:buNone/>
              <a:defRPr sz="2175" b="1">
                <a:solidFill>
                  <a:srgbClr val="20334A"/>
                </a:solidFill>
                <a:latin typeface="Arial"/>
                <a:ea typeface="Arial"/>
                <a:cs typeface="Arial"/>
              </a:defRPr>
            </a:lvl2pPr>
            <a:lvl3pPr algn="ctr">
              <a:buNone/>
              <a:defRPr sz="2175" b="1">
                <a:solidFill>
                  <a:srgbClr val="20334A"/>
                </a:solidFill>
                <a:latin typeface="Arial"/>
                <a:ea typeface="Arial"/>
                <a:cs typeface="Arial"/>
              </a:defRPr>
            </a:lvl3pPr>
            <a:lvl4pPr algn="ctr">
              <a:buNone/>
              <a:defRPr sz="2175" b="1">
                <a:solidFill>
                  <a:srgbClr val="20334A"/>
                </a:solidFill>
                <a:latin typeface="Arial"/>
                <a:ea typeface="Arial"/>
                <a:cs typeface="Arial"/>
              </a:defRPr>
            </a:lvl4pPr>
            <a:lvl5pPr algn="ctr">
              <a:buNone/>
              <a:defRPr sz="2175" b="1">
                <a:solidFill>
                  <a:srgbClr val="20334A"/>
                </a:solidFill>
                <a:latin typeface="Arial"/>
                <a:ea typeface="Arial"/>
                <a:cs typeface="Arial"/>
              </a:defRPr>
            </a:lvl5pPr>
            <a:lvl6pPr algn="ctr">
              <a:buNone/>
              <a:defRPr sz="2175" b="1">
                <a:solidFill>
                  <a:srgbClr val="20334A"/>
                </a:solidFill>
                <a:latin typeface="Arial"/>
                <a:ea typeface="Arial"/>
                <a:cs typeface="Arial"/>
              </a:defRPr>
            </a:lvl6pPr>
            <a:lvl7pPr algn="ctr">
              <a:buNone/>
              <a:defRPr sz="2175" b="1">
                <a:solidFill>
                  <a:srgbClr val="20334A"/>
                </a:solidFill>
                <a:latin typeface="Arial"/>
                <a:ea typeface="Arial"/>
                <a:cs typeface="Arial"/>
              </a:defRPr>
            </a:lvl7pPr>
            <a:lvl8pPr algn="ctr">
              <a:buNone/>
              <a:defRPr sz="2175" b="1">
                <a:solidFill>
                  <a:srgbClr val="20334A"/>
                </a:solidFill>
                <a:latin typeface="Arial"/>
                <a:ea typeface="Arial"/>
                <a:cs typeface="Arial"/>
              </a:defRPr>
            </a:lvl8pPr>
            <a:lvl9pPr algn="ctr">
              <a:buNone/>
              <a:defRPr sz="2175" b="1">
                <a:solidFill>
                  <a:srgbClr val="20334A"/>
                </a:solidFill>
                <a:latin typeface="Arial"/>
                <a:ea typeface="Arial"/>
                <a:cs typeface="Arial"/>
              </a:defRPr>
            </a:lvl9pPr>
          </a:lstStyle>
          <a:p>
            <a:pPr algn="ctr">
              <a:buNone/>
              <a:defRPr sz="2175" b="1">
                <a:solidFill>
                  <a:srgbClr val="20334A"/>
                </a:solidFill>
                <a:latin typeface="Arial"/>
                <a:ea typeface="Arial"/>
                <a:cs typeface="Arial"/>
              </a:defRPr>
            </a:pPr>
            <a:r>
              <a:rPr sz="2175" b="1">
                <a:solidFill>
                  <a:srgbClr val="20334A"/>
                </a:solidFill>
                <a:latin typeface="Arial"/>
                <a:ea typeface="Arial"/>
                <a:cs typeface="Arial"/>
              </a:rPr>
              <a:t>24BCE2055     JAHNAVI SINGH</a:t>
            </a:r>
          </a:p>
        </p:txBody>
      </p:sp>
      <p:sp>
        <p:nvSpPr>
          <p:cNvPr id="8" name="Text 7">
            <a:extLst>
              <a:ext uri="{FF2B5EF4-FFF2-40B4-BE49-F238E27FC236}">
                <a16:creationId xmlns:a16="http://schemas.microsoft.com/office/drawing/2014/main" id="{8FE3A125-6A24-4BD6-81C6-9DDCA354BA3D}"/>
              </a:ext>
            </a:extLst>
          </p:cNvPr>
          <p:cNvSpPr>
            <a:spLocks noGrp="1"/>
          </p:cNvSpPr>
          <p:nvPr/>
        </p:nvSpPr>
        <p:spPr>
          <a:xfrm>
            <a:off x="1066800" y="5143500"/>
            <a:ext cx="10058400" cy="400050"/>
          </a:xfrm>
          <a:prstGeom prst="rect">
            <a:avLst/>
          </a:prstGeom>
          <a:noFill/>
          <a:ln w="0">
            <a:noFill/>
          </a:ln>
        </p:spPr>
        <p:txBody>
          <a:bodyPr wrap="square" lIns="0" tIns="0" rIns="0" bIns="0" anchor="t">
            <a:noAutofit/>
          </a:bodyPr>
          <a:lstStyle>
            <a:lvl1pPr algn="ctr">
              <a:buNone/>
              <a:defRPr sz="2025" b="0">
                <a:solidFill>
                  <a:srgbClr val="20334A"/>
                </a:solidFill>
                <a:latin typeface="Arial"/>
                <a:ea typeface="Arial"/>
                <a:cs typeface="Arial"/>
              </a:defRPr>
            </a:lvl1pPr>
            <a:lvl2pPr algn="ctr">
              <a:buNone/>
              <a:defRPr sz="2025" b="0">
                <a:solidFill>
                  <a:srgbClr val="20334A"/>
                </a:solidFill>
                <a:latin typeface="Arial"/>
                <a:ea typeface="Arial"/>
                <a:cs typeface="Arial"/>
              </a:defRPr>
            </a:lvl2pPr>
            <a:lvl3pPr algn="ctr">
              <a:buNone/>
              <a:defRPr sz="2025" b="0">
                <a:solidFill>
                  <a:srgbClr val="20334A"/>
                </a:solidFill>
                <a:latin typeface="Arial"/>
                <a:ea typeface="Arial"/>
                <a:cs typeface="Arial"/>
              </a:defRPr>
            </a:lvl3pPr>
            <a:lvl4pPr algn="ctr">
              <a:buNone/>
              <a:defRPr sz="2025" b="0">
                <a:solidFill>
                  <a:srgbClr val="20334A"/>
                </a:solidFill>
                <a:latin typeface="Arial"/>
                <a:ea typeface="Arial"/>
                <a:cs typeface="Arial"/>
              </a:defRPr>
            </a:lvl4pPr>
            <a:lvl5pPr algn="ctr">
              <a:buNone/>
              <a:defRPr sz="2025" b="0">
                <a:solidFill>
                  <a:srgbClr val="20334A"/>
                </a:solidFill>
                <a:latin typeface="Arial"/>
                <a:ea typeface="Arial"/>
                <a:cs typeface="Arial"/>
              </a:defRPr>
            </a:lvl5pPr>
            <a:lvl6pPr algn="ctr">
              <a:buNone/>
              <a:defRPr sz="2025" b="0">
                <a:solidFill>
                  <a:srgbClr val="20334A"/>
                </a:solidFill>
                <a:latin typeface="Arial"/>
                <a:ea typeface="Arial"/>
                <a:cs typeface="Arial"/>
              </a:defRPr>
            </a:lvl6pPr>
            <a:lvl7pPr algn="ctr">
              <a:buNone/>
              <a:defRPr sz="2025" b="0">
                <a:solidFill>
                  <a:srgbClr val="20334A"/>
                </a:solidFill>
                <a:latin typeface="Arial"/>
                <a:ea typeface="Arial"/>
                <a:cs typeface="Arial"/>
              </a:defRPr>
            </a:lvl7pPr>
            <a:lvl8pPr algn="ctr">
              <a:buNone/>
              <a:defRPr sz="2025" b="0">
                <a:solidFill>
                  <a:srgbClr val="20334A"/>
                </a:solidFill>
                <a:latin typeface="Arial"/>
                <a:ea typeface="Arial"/>
                <a:cs typeface="Arial"/>
              </a:defRPr>
            </a:lvl8pPr>
            <a:lvl9pPr algn="ctr">
              <a:buNone/>
              <a:defRPr sz="2025" b="0">
                <a:solidFill>
                  <a:srgbClr val="20334A"/>
                </a:solidFill>
                <a:latin typeface="Arial"/>
                <a:ea typeface="Arial"/>
                <a:cs typeface="Arial"/>
              </a:defRPr>
            </a:lvl9pPr>
          </a:lstStyle>
          <a:p>
            <a:pPr algn="ctr">
              <a:buNone/>
              <a:defRPr sz="2025" b="0">
                <a:solidFill>
                  <a:srgbClr val="20334A"/>
                </a:solidFill>
                <a:latin typeface="Arial"/>
                <a:ea typeface="Arial"/>
                <a:cs typeface="Arial"/>
              </a:defRPr>
            </a:pPr>
            <a:r>
              <a:rPr sz="2025" b="0">
                <a:solidFill>
                  <a:srgbClr val="20334A"/>
                </a:solidFill>
                <a:latin typeface="Arial"/>
                <a:ea typeface="Arial"/>
                <a:cs typeface="Arial"/>
              </a:rPr>
              <a:t>Submitted to: SREETHAR S.</a:t>
            </a:r>
          </a:p>
        </p:txBody>
      </p:sp>
    </p:spTree>
    <p:extLst>
      <p:ext uri="{BB962C8B-B14F-4D97-AF65-F5344CB8AC3E}">
        <p14:creationId xmlns:p14="http://schemas.microsoft.com/office/powerpoint/2010/main" val="264697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EB5E66E8-8D35-4335-BF85-E20B5AD835AC}"/>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Frame boundaries and arriving messages</a:t>
            </a:r>
          </a:p>
        </p:txBody>
      </p:sp>
      <p:sp>
        <p:nvSpPr>
          <p:cNvPr id="4" name="Text 10">
            <a:extLst>
              <a:ext uri="{FF2B5EF4-FFF2-40B4-BE49-F238E27FC236}">
                <a16:creationId xmlns:a16="http://schemas.microsoft.com/office/drawing/2014/main" id="{21AFEDEA-A6B8-4DAC-BD2A-C3FC773614BF}"/>
              </a:ext>
            </a:extLst>
          </p:cNvPr>
          <p:cNvSpPr>
            <a:spLocks noGrp="1"/>
          </p:cNvSpPr>
          <p:nvPr/>
        </p:nvSpPr>
        <p:spPr>
          <a:xfrm>
            <a:off x="685800" y="1352550"/>
            <a:ext cx="10820400" cy="1466850"/>
          </a:xfrm>
          <a:prstGeom prst="rect">
            <a:avLst/>
          </a:prstGeom>
          <a:noFill/>
          <a:ln w="0">
            <a:noFill/>
          </a:ln>
        </p:spPr>
        <p:txBody>
          <a:bodyPr wrap="square" lIns="0" tIns="0" rIns="0" bIns="0" anchor="t">
            <a:noAutofit/>
          </a:bodyPr>
          <a:lstStyle>
            <a:lvl1pPr algn="l">
              <a:buNone/>
              <a:defRPr sz="1950" b="0">
                <a:solidFill>
                  <a:srgbClr val="20334A"/>
                </a:solidFill>
                <a:latin typeface="Arial"/>
                <a:ea typeface="Arial"/>
                <a:cs typeface="Arial"/>
              </a:defRPr>
            </a:lvl1pPr>
            <a:lvl2pPr algn="l">
              <a:buNone/>
              <a:defRPr sz="1950" b="0">
                <a:solidFill>
                  <a:srgbClr val="20334A"/>
                </a:solidFill>
                <a:latin typeface="Arial"/>
                <a:ea typeface="Arial"/>
                <a:cs typeface="Arial"/>
              </a:defRPr>
            </a:lvl2pPr>
            <a:lvl3pPr algn="l">
              <a:buNone/>
              <a:defRPr sz="1950" b="0">
                <a:solidFill>
                  <a:srgbClr val="20334A"/>
                </a:solidFill>
                <a:latin typeface="Arial"/>
                <a:ea typeface="Arial"/>
                <a:cs typeface="Arial"/>
              </a:defRPr>
            </a:lvl3pPr>
            <a:lvl4pPr algn="l">
              <a:buNone/>
              <a:defRPr sz="1950" b="0">
                <a:solidFill>
                  <a:srgbClr val="20334A"/>
                </a:solidFill>
                <a:latin typeface="Arial"/>
                <a:ea typeface="Arial"/>
                <a:cs typeface="Arial"/>
              </a:defRPr>
            </a:lvl4pPr>
            <a:lvl5pPr algn="l">
              <a:buNone/>
              <a:defRPr sz="1950" b="0">
                <a:solidFill>
                  <a:srgbClr val="20334A"/>
                </a:solidFill>
                <a:latin typeface="Arial"/>
                <a:ea typeface="Arial"/>
                <a:cs typeface="Arial"/>
              </a:defRPr>
            </a:lvl5pPr>
            <a:lvl6pPr algn="l">
              <a:buNone/>
              <a:defRPr sz="1950" b="0">
                <a:solidFill>
                  <a:srgbClr val="20334A"/>
                </a:solidFill>
                <a:latin typeface="Arial"/>
                <a:ea typeface="Arial"/>
                <a:cs typeface="Arial"/>
              </a:defRPr>
            </a:lvl6pPr>
            <a:lvl7pPr algn="l">
              <a:buNone/>
              <a:defRPr sz="1950" b="0">
                <a:solidFill>
                  <a:srgbClr val="20334A"/>
                </a:solidFill>
                <a:latin typeface="Arial"/>
                <a:ea typeface="Arial"/>
                <a:cs typeface="Arial"/>
              </a:defRPr>
            </a:lvl7pPr>
            <a:lvl8pPr algn="l">
              <a:buNone/>
              <a:defRPr sz="1950" b="0">
                <a:solidFill>
                  <a:srgbClr val="20334A"/>
                </a:solidFill>
                <a:latin typeface="Arial"/>
                <a:ea typeface="Arial"/>
                <a:cs typeface="Arial"/>
              </a:defRPr>
            </a:lvl8pPr>
            <a:lvl9pPr algn="l">
              <a:buNone/>
              <a:defRPr sz="1950" b="0">
                <a:solidFill>
                  <a:srgbClr val="20334A"/>
                </a:solidFill>
                <a:latin typeface="Arial"/>
                <a:ea typeface="Arial"/>
                <a:cs typeface="Arial"/>
              </a:defRPr>
            </a:lvl9pPr>
          </a:lstStyle>
          <a:p>
            <a:pPr marL="215900" indent="-101600" algn="l">
              <a:spcAft>
                <a:spcPts val="900"/>
              </a:spcAft>
              <a:buChar char="•"/>
              <a:defRPr sz="1950" b="0">
                <a:solidFill>
                  <a:srgbClr val="20334A"/>
                </a:solidFill>
                <a:latin typeface="Arial"/>
                <a:ea typeface="Arial"/>
                <a:cs typeface="Arial"/>
              </a:defRPr>
            </a:pPr>
            <a:r>
              <a:t>A telemetry frame can span several arriving messages.</a:t>
            </a:r>
          </a:p>
          <a:p>
            <a:pPr marL="215900" indent="-101600" algn="l">
              <a:spcAft>
                <a:spcPts val="900"/>
              </a:spcAft>
              <a:buChar char="•"/>
              <a:defRPr sz="1950" b="0">
                <a:solidFill>
                  <a:srgbClr val="20334A"/>
                </a:solidFill>
                <a:latin typeface="Arial"/>
                <a:ea typeface="Arial"/>
                <a:cs typeface="Arial"/>
              </a:defRPr>
            </a:pPr>
            <a:r>
              <a:t>One message can contain the end of one frame and the start of another.</a:t>
            </a:r>
          </a:p>
          <a:p>
            <a:pPr marL="215900" indent="-101600" algn="l">
              <a:spcAft>
                <a:spcPts val="900"/>
              </a:spcAft>
              <a:buChar char="•"/>
              <a:defRPr sz="1950" b="0">
                <a:solidFill>
                  <a:srgbClr val="20334A"/>
                </a:solidFill>
                <a:latin typeface="Arial"/>
                <a:ea typeface="Arial"/>
                <a:cs typeface="Arial"/>
              </a:defRPr>
            </a:pPr>
            <a:r>
              <a:t>The receiver must recover boundaries after corruption or a bit slip.</a:t>
            </a:r>
          </a:p>
        </p:txBody>
      </p:sp>
      <p:sp>
        <p:nvSpPr>
          <p:cNvPr id="5" name="Text 11">
            <a:extLst>
              <a:ext uri="{FF2B5EF4-FFF2-40B4-BE49-F238E27FC236}">
                <a16:creationId xmlns:a16="http://schemas.microsoft.com/office/drawing/2014/main" id="{6233E7C6-5955-41C1-B0AC-4B642AAC6F02}"/>
              </a:ext>
            </a:extLst>
          </p:cNvPr>
          <p:cNvSpPr>
            <a:spLocks noGrp="1"/>
          </p:cNvSpPr>
          <p:nvPr/>
        </p:nvSpPr>
        <p:spPr>
          <a:xfrm>
            <a:off x="685800" y="3181350"/>
            <a:ext cx="1905000" cy="323850"/>
          </a:xfrm>
          <a:prstGeom prst="rect">
            <a:avLst/>
          </a:prstGeom>
          <a:noFill/>
          <a:ln w="0">
            <a:noFill/>
          </a:ln>
        </p:spPr>
        <p:txBody>
          <a:bodyPr wrap="square" lIns="0" tIns="0" rIns="0" bIns="0" anchor="t">
            <a:noAutofit/>
          </a:bodyPr>
          <a:lstStyle>
            <a:lvl1pPr algn="l">
              <a:buNone/>
              <a:defRPr sz="1725" b="1">
                <a:solidFill>
                  <a:srgbClr val="20334A"/>
                </a:solidFill>
                <a:latin typeface="Arial"/>
                <a:ea typeface="Arial"/>
                <a:cs typeface="Arial"/>
              </a:defRPr>
            </a:lvl1pPr>
            <a:lvl2pPr algn="l">
              <a:buNone/>
              <a:defRPr sz="1725" b="1">
                <a:solidFill>
                  <a:srgbClr val="20334A"/>
                </a:solidFill>
                <a:latin typeface="Arial"/>
                <a:ea typeface="Arial"/>
                <a:cs typeface="Arial"/>
              </a:defRPr>
            </a:lvl2pPr>
            <a:lvl3pPr algn="l">
              <a:buNone/>
              <a:defRPr sz="1725" b="1">
                <a:solidFill>
                  <a:srgbClr val="20334A"/>
                </a:solidFill>
                <a:latin typeface="Arial"/>
                <a:ea typeface="Arial"/>
                <a:cs typeface="Arial"/>
              </a:defRPr>
            </a:lvl3pPr>
            <a:lvl4pPr algn="l">
              <a:buNone/>
              <a:defRPr sz="1725" b="1">
                <a:solidFill>
                  <a:srgbClr val="20334A"/>
                </a:solidFill>
                <a:latin typeface="Arial"/>
                <a:ea typeface="Arial"/>
                <a:cs typeface="Arial"/>
              </a:defRPr>
            </a:lvl4pPr>
            <a:lvl5pPr algn="l">
              <a:buNone/>
              <a:defRPr sz="1725" b="1">
                <a:solidFill>
                  <a:srgbClr val="20334A"/>
                </a:solidFill>
                <a:latin typeface="Arial"/>
                <a:ea typeface="Arial"/>
                <a:cs typeface="Arial"/>
              </a:defRPr>
            </a:lvl5pPr>
            <a:lvl6pPr algn="l">
              <a:buNone/>
              <a:defRPr sz="1725" b="1">
                <a:solidFill>
                  <a:srgbClr val="20334A"/>
                </a:solidFill>
                <a:latin typeface="Arial"/>
                <a:ea typeface="Arial"/>
                <a:cs typeface="Arial"/>
              </a:defRPr>
            </a:lvl6pPr>
            <a:lvl7pPr algn="l">
              <a:buNone/>
              <a:defRPr sz="1725" b="1">
                <a:solidFill>
                  <a:srgbClr val="20334A"/>
                </a:solidFill>
                <a:latin typeface="Arial"/>
                <a:ea typeface="Arial"/>
                <a:cs typeface="Arial"/>
              </a:defRPr>
            </a:lvl7pPr>
            <a:lvl8pPr algn="l">
              <a:buNone/>
              <a:defRPr sz="1725" b="1">
                <a:solidFill>
                  <a:srgbClr val="20334A"/>
                </a:solidFill>
                <a:latin typeface="Arial"/>
                <a:ea typeface="Arial"/>
                <a:cs typeface="Arial"/>
              </a:defRPr>
            </a:lvl8pPr>
            <a:lvl9pPr algn="l">
              <a:buNone/>
              <a:defRPr sz="1725" b="1">
                <a:solidFill>
                  <a:srgbClr val="20334A"/>
                </a:solidFill>
                <a:latin typeface="Arial"/>
                <a:ea typeface="Arial"/>
                <a:cs typeface="Arial"/>
              </a:defRPr>
            </a:lvl9pPr>
          </a:lstStyle>
          <a:p>
            <a:pPr algn="l">
              <a:buNone/>
              <a:defRPr sz="1725" b="1">
                <a:solidFill>
                  <a:srgbClr val="20334A"/>
                </a:solidFill>
                <a:latin typeface="Arial"/>
                <a:ea typeface="Arial"/>
                <a:cs typeface="Arial"/>
              </a:defRPr>
            </a:pPr>
            <a:r>
              <a:rPr sz="1725" b="1">
                <a:solidFill>
                  <a:srgbClr val="20334A"/>
                </a:solidFill>
                <a:latin typeface="Arial"/>
                <a:ea typeface="Arial"/>
                <a:cs typeface="Arial"/>
              </a:rPr>
              <a:t>Logical frames</a:t>
            </a:r>
          </a:p>
        </p:txBody>
      </p:sp>
      <p:sp>
        <p:nvSpPr>
          <p:cNvPr id="6" name="Diagram 12">
            <a:extLst>
              <a:ext uri="{FF2B5EF4-FFF2-40B4-BE49-F238E27FC236}">
                <a16:creationId xmlns:a16="http://schemas.microsoft.com/office/drawing/2014/main" id="{B7BC1159-FCEA-4554-B277-E64F77B5E4F1}"/>
              </a:ext>
            </a:extLst>
          </p:cNvPr>
          <p:cNvSpPr>
            <a:spLocks noGrp="1"/>
          </p:cNvSpPr>
          <p:nvPr/>
        </p:nvSpPr>
        <p:spPr>
          <a:xfrm>
            <a:off x="2781300" y="3048000"/>
            <a:ext cx="4362450" cy="6858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00" b="1">
                <a:solidFill>
                  <a:srgbClr val="20334A"/>
                </a:solidFill>
                <a:latin typeface="Arial"/>
                <a:ea typeface="Arial"/>
                <a:cs typeface="Arial"/>
              </a:defRPr>
            </a:lvl1pPr>
            <a:lvl2pPr algn="ctr">
              <a:buNone/>
              <a:defRPr sz="1800" b="1">
                <a:solidFill>
                  <a:srgbClr val="20334A"/>
                </a:solidFill>
                <a:latin typeface="Arial"/>
                <a:ea typeface="Arial"/>
                <a:cs typeface="Arial"/>
              </a:defRPr>
            </a:lvl2pPr>
            <a:lvl3pPr algn="ctr">
              <a:buNone/>
              <a:defRPr sz="1800" b="1">
                <a:solidFill>
                  <a:srgbClr val="20334A"/>
                </a:solidFill>
                <a:latin typeface="Arial"/>
                <a:ea typeface="Arial"/>
                <a:cs typeface="Arial"/>
              </a:defRPr>
            </a:lvl3pPr>
            <a:lvl4pPr algn="ctr">
              <a:buNone/>
              <a:defRPr sz="1800" b="1">
                <a:solidFill>
                  <a:srgbClr val="20334A"/>
                </a:solidFill>
                <a:latin typeface="Arial"/>
                <a:ea typeface="Arial"/>
                <a:cs typeface="Arial"/>
              </a:defRPr>
            </a:lvl4pPr>
            <a:lvl5pPr algn="ctr">
              <a:buNone/>
              <a:defRPr sz="1800" b="1">
                <a:solidFill>
                  <a:srgbClr val="20334A"/>
                </a:solidFill>
                <a:latin typeface="Arial"/>
                <a:ea typeface="Arial"/>
                <a:cs typeface="Arial"/>
              </a:defRPr>
            </a:lvl5pPr>
            <a:lvl6pPr algn="ctr">
              <a:buNone/>
              <a:defRPr sz="1800" b="1">
                <a:solidFill>
                  <a:srgbClr val="20334A"/>
                </a:solidFill>
                <a:latin typeface="Arial"/>
                <a:ea typeface="Arial"/>
                <a:cs typeface="Arial"/>
              </a:defRPr>
            </a:lvl6pPr>
            <a:lvl7pPr algn="ctr">
              <a:buNone/>
              <a:defRPr sz="1800" b="1">
                <a:solidFill>
                  <a:srgbClr val="20334A"/>
                </a:solidFill>
                <a:latin typeface="Arial"/>
                <a:ea typeface="Arial"/>
                <a:cs typeface="Arial"/>
              </a:defRPr>
            </a:lvl7pPr>
            <a:lvl8pPr algn="ctr">
              <a:buNone/>
              <a:defRPr sz="1800" b="1">
                <a:solidFill>
                  <a:srgbClr val="20334A"/>
                </a:solidFill>
                <a:latin typeface="Arial"/>
                <a:ea typeface="Arial"/>
                <a:cs typeface="Arial"/>
              </a:defRPr>
            </a:lvl8pPr>
            <a:lvl9pPr algn="ctr">
              <a:buNone/>
              <a:defRPr sz="1800" b="1">
                <a:solidFill>
                  <a:srgbClr val="20334A"/>
                </a:solidFill>
                <a:latin typeface="Arial"/>
                <a:ea typeface="Arial"/>
                <a:cs typeface="Arial"/>
              </a:defRPr>
            </a:lvl9pPr>
          </a:lstStyle>
          <a:p>
            <a:pPr algn="ctr">
              <a:buNone/>
              <a:defRPr sz="1800" b="1">
                <a:solidFill>
                  <a:srgbClr val="20334A"/>
                </a:solidFill>
                <a:latin typeface="Arial"/>
                <a:ea typeface="Arial"/>
                <a:cs typeface="Arial"/>
              </a:defRPr>
            </a:pPr>
            <a:r>
              <a:rPr sz="1800" b="1">
                <a:solidFill>
                  <a:srgbClr val="20334A"/>
                </a:solidFill>
                <a:latin typeface="Arial"/>
                <a:ea typeface="Arial"/>
                <a:cs typeface="Arial"/>
              </a:rPr>
              <a:t>Frame A</a:t>
            </a:r>
          </a:p>
        </p:txBody>
      </p:sp>
      <p:sp>
        <p:nvSpPr>
          <p:cNvPr id="7" name="Diagram 13">
            <a:extLst>
              <a:ext uri="{FF2B5EF4-FFF2-40B4-BE49-F238E27FC236}">
                <a16:creationId xmlns:a16="http://schemas.microsoft.com/office/drawing/2014/main" id="{D1E2202F-3DCE-41AF-B67D-D234FA718C10}"/>
              </a:ext>
            </a:extLst>
          </p:cNvPr>
          <p:cNvSpPr>
            <a:spLocks noGrp="1"/>
          </p:cNvSpPr>
          <p:nvPr/>
        </p:nvSpPr>
        <p:spPr>
          <a:xfrm>
            <a:off x="7143750" y="3048000"/>
            <a:ext cx="4362450" cy="6858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00" b="1">
                <a:solidFill>
                  <a:srgbClr val="20334A"/>
                </a:solidFill>
                <a:latin typeface="Arial"/>
                <a:ea typeface="Arial"/>
                <a:cs typeface="Arial"/>
              </a:defRPr>
            </a:lvl1pPr>
            <a:lvl2pPr algn="ctr">
              <a:buNone/>
              <a:defRPr sz="1800" b="1">
                <a:solidFill>
                  <a:srgbClr val="20334A"/>
                </a:solidFill>
                <a:latin typeface="Arial"/>
                <a:ea typeface="Arial"/>
                <a:cs typeface="Arial"/>
              </a:defRPr>
            </a:lvl2pPr>
            <a:lvl3pPr algn="ctr">
              <a:buNone/>
              <a:defRPr sz="1800" b="1">
                <a:solidFill>
                  <a:srgbClr val="20334A"/>
                </a:solidFill>
                <a:latin typeface="Arial"/>
                <a:ea typeface="Arial"/>
                <a:cs typeface="Arial"/>
              </a:defRPr>
            </a:lvl3pPr>
            <a:lvl4pPr algn="ctr">
              <a:buNone/>
              <a:defRPr sz="1800" b="1">
                <a:solidFill>
                  <a:srgbClr val="20334A"/>
                </a:solidFill>
                <a:latin typeface="Arial"/>
                <a:ea typeface="Arial"/>
                <a:cs typeface="Arial"/>
              </a:defRPr>
            </a:lvl4pPr>
            <a:lvl5pPr algn="ctr">
              <a:buNone/>
              <a:defRPr sz="1800" b="1">
                <a:solidFill>
                  <a:srgbClr val="20334A"/>
                </a:solidFill>
                <a:latin typeface="Arial"/>
                <a:ea typeface="Arial"/>
                <a:cs typeface="Arial"/>
              </a:defRPr>
            </a:lvl5pPr>
            <a:lvl6pPr algn="ctr">
              <a:buNone/>
              <a:defRPr sz="1800" b="1">
                <a:solidFill>
                  <a:srgbClr val="20334A"/>
                </a:solidFill>
                <a:latin typeface="Arial"/>
                <a:ea typeface="Arial"/>
                <a:cs typeface="Arial"/>
              </a:defRPr>
            </a:lvl6pPr>
            <a:lvl7pPr algn="ctr">
              <a:buNone/>
              <a:defRPr sz="1800" b="1">
                <a:solidFill>
                  <a:srgbClr val="20334A"/>
                </a:solidFill>
                <a:latin typeface="Arial"/>
                <a:ea typeface="Arial"/>
                <a:cs typeface="Arial"/>
              </a:defRPr>
            </a:lvl7pPr>
            <a:lvl8pPr algn="ctr">
              <a:buNone/>
              <a:defRPr sz="1800" b="1">
                <a:solidFill>
                  <a:srgbClr val="20334A"/>
                </a:solidFill>
                <a:latin typeface="Arial"/>
                <a:ea typeface="Arial"/>
                <a:cs typeface="Arial"/>
              </a:defRPr>
            </a:lvl8pPr>
            <a:lvl9pPr algn="ctr">
              <a:buNone/>
              <a:defRPr sz="1800" b="1">
                <a:solidFill>
                  <a:srgbClr val="20334A"/>
                </a:solidFill>
                <a:latin typeface="Arial"/>
                <a:ea typeface="Arial"/>
                <a:cs typeface="Arial"/>
              </a:defRPr>
            </a:lvl9pPr>
          </a:lstStyle>
          <a:p>
            <a:pPr algn="ctr">
              <a:buNone/>
              <a:defRPr sz="1800" b="1">
                <a:solidFill>
                  <a:srgbClr val="20334A"/>
                </a:solidFill>
                <a:latin typeface="Arial"/>
                <a:ea typeface="Arial"/>
                <a:cs typeface="Arial"/>
              </a:defRPr>
            </a:pPr>
            <a:r>
              <a:rPr sz="1800" b="1">
                <a:solidFill>
                  <a:srgbClr val="20334A"/>
                </a:solidFill>
                <a:latin typeface="Arial"/>
                <a:ea typeface="Arial"/>
                <a:cs typeface="Arial"/>
              </a:rPr>
              <a:t>Frame B</a:t>
            </a:r>
          </a:p>
        </p:txBody>
      </p:sp>
      <p:sp>
        <p:nvSpPr>
          <p:cNvPr id="8" name="Text 14">
            <a:extLst>
              <a:ext uri="{FF2B5EF4-FFF2-40B4-BE49-F238E27FC236}">
                <a16:creationId xmlns:a16="http://schemas.microsoft.com/office/drawing/2014/main" id="{F9B9CC54-8A8C-43DA-828F-691B704999CE}"/>
              </a:ext>
            </a:extLst>
          </p:cNvPr>
          <p:cNvSpPr>
            <a:spLocks noGrp="1"/>
          </p:cNvSpPr>
          <p:nvPr/>
        </p:nvSpPr>
        <p:spPr>
          <a:xfrm>
            <a:off x="685800" y="4343400"/>
            <a:ext cx="1905000" cy="323850"/>
          </a:xfrm>
          <a:prstGeom prst="rect">
            <a:avLst/>
          </a:prstGeom>
          <a:noFill/>
          <a:ln w="0">
            <a:noFill/>
          </a:ln>
        </p:spPr>
        <p:txBody>
          <a:bodyPr wrap="square" lIns="0" tIns="0" rIns="0" bIns="0" anchor="t">
            <a:noAutofit/>
          </a:bodyPr>
          <a:lstStyle>
            <a:lvl1pPr algn="l">
              <a:buNone/>
              <a:defRPr sz="1725" b="1">
                <a:solidFill>
                  <a:srgbClr val="20334A"/>
                </a:solidFill>
                <a:latin typeface="Arial"/>
                <a:ea typeface="Arial"/>
                <a:cs typeface="Arial"/>
              </a:defRPr>
            </a:lvl1pPr>
            <a:lvl2pPr algn="l">
              <a:buNone/>
              <a:defRPr sz="1725" b="1">
                <a:solidFill>
                  <a:srgbClr val="20334A"/>
                </a:solidFill>
                <a:latin typeface="Arial"/>
                <a:ea typeface="Arial"/>
                <a:cs typeface="Arial"/>
              </a:defRPr>
            </a:lvl2pPr>
            <a:lvl3pPr algn="l">
              <a:buNone/>
              <a:defRPr sz="1725" b="1">
                <a:solidFill>
                  <a:srgbClr val="20334A"/>
                </a:solidFill>
                <a:latin typeface="Arial"/>
                <a:ea typeface="Arial"/>
                <a:cs typeface="Arial"/>
              </a:defRPr>
            </a:lvl3pPr>
            <a:lvl4pPr algn="l">
              <a:buNone/>
              <a:defRPr sz="1725" b="1">
                <a:solidFill>
                  <a:srgbClr val="20334A"/>
                </a:solidFill>
                <a:latin typeface="Arial"/>
                <a:ea typeface="Arial"/>
                <a:cs typeface="Arial"/>
              </a:defRPr>
            </a:lvl4pPr>
            <a:lvl5pPr algn="l">
              <a:buNone/>
              <a:defRPr sz="1725" b="1">
                <a:solidFill>
                  <a:srgbClr val="20334A"/>
                </a:solidFill>
                <a:latin typeface="Arial"/>
                <a:ea typeface="Arial"/>
                <a:cs typeface="Arial"/>
              </a:defRPr>
            </a:lvl5pPr>
            <a:lvl6pPr algn="l">
              <a:buNone/>
              <a:defRPr sz="1725" b="1">
                <a:solidFill>
                  <a:srgbClr val="20334A"/>
                </a:solidFill>
                <a:latin typeface="Arial"/>
                <a:ea typeface="Arial"/>
                <a:cs typeface="Arial"/>
              </a:defRPr>
            </a:lvl6pPr>
            <a:lvl7pPr algn="l">
              <a:buNone/>
              <a:defRPr sz="1725" b="1">
                <a:solidFill>
                  <a:srgbClr val="20334A"/>
                </a:solidFill>
                <a:latin typeface="Arial"/>
                <a:ea typeface="Arial"/>
                <a:cs typeface="Arial"/>
              </a:defRPr>
            </a:lvl7pPr>
            <a:lvl8pPr algn="l">
              <a:buNone/>
              <a:defRPr sz="1725" b="1">
                <a:solidFill>
                  <a:srgbClr val="20334A"/>
                </a:solidFill>
                <a:latin typeface="Arial"/>
                <a:ea typeface="Arial"/>
                <a:cs typeface="Arial"/>
              </a:defRPr>
            </a:lvl8pPr>
            <a:lvl9pPr algn="l">
              <a:buNone/>
              <a:defRPr sz="1725" b="1">
                <a:solidFill>
                  <a:srgbClr val="20334A"/>
                </a:solidFill>
                <a:latin typeface="Arial"/>
                <a:ea typeface="Arial"/>
                <a:cs typeface="Arial"/>
              </a:defRPr>
            </a:lvl9pPr>
          </a:lstStyle>
          <a:p>
            <a:pPr algn="l">
              <a:buNone/>
              <a:defRPr sz="1725" b="1">
                <a:solidFill>
                  <a:srgbClr val="20334A"/>
                </a:solidFill>
                <a:latin typeface="Arial"/>
                <a:ea typeface="Arial"/>
                <a:cs typeface="Arial"/>
              </a:defRPr>
            </a:pPr>
            <a:r>
              <a:rPr sz="1725" b="1">
                <a:solidFill>
                  <a:srgbClr val="20334A"/>
                </a:solidFill>
                <a:latin typeface="Arial"/>
                <a:ea typeface="Arial"/>
                <a:cs typeface="Arial"/>
              </a:rPr>
              <a:t>UDP datagrams</a:t>
            </a:r>
          </a:p>
        </p:txBody>
      </p:sp>
      <p:sp>
        <p:nvSpPr>
          <p:cNvPr id="9" name="Diagram 15">
            <a:extLst>
              <a:ext uri="{FF2B5EF4-FFF2-40B4-BE49-F238E27FC236}">
                <a16:creationId xmlns:a16="http://schemas.microsoft.com/office/drawing/2014/main" id="{D35D062E-7F13-4F57-9857-23F6037CF442}"/>
              </a:ext>
            </a:extLst>
          </p:cNvPr>
          <p:cNvSpPr>
            <a:spLocks noGrp="1"/>
          </p:cNvSpPr>
          <p:nvPr/>
        </p:nvSpPr>
        <p:spPr>
          <a:xfrm>
            <a:off x="2781300" y="4210050"/>
            <a:ext cx="1276350" cy="6477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Part 1</a:t>
            </a:r>
          </a:p>
        </p:txBody>
      </p:sp>
      <p:sp>
        <p:nvSpPr>
          <p:cNvPr id="10" name="Diagram 16">
            <a:extLst>
              <a:ext uri="{FF2B5EF4-FFF2-40B4-BE49-F238E27FC236}">
                <a16:creationId xmlns:a16="http://schemas.microsoft.com/office/drawing/2014/main" id="{B592099D-4D72-4970-8754-335F62EFA1D2}"/>
              </a:ext>
            </a:extLst>
          </p:cNvPr>
          <p:cNvSpPr>
            <a:spLocks noGrp="1"/>
          </p:cNvSpPr>
          <p:nvPr/>
        </p:nvSpPr>
        <p:spPr>
          <a:xfrm>
            <a:off x="4057650" y="4210050"/>
            <a:ext cx="1809750" cy="6477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Part 2</a:t>
            </a:r>
          </a:p>
        </p:txBody>
      </p:sp>
      <p:sp>
        <p:nvSpPr>
          <p:cNvPr id="11" name="Diagram 17">
            <a:extLst>
              <a:ext uri="{FF2B5EF4-FFF2-40B4-BE49-F238E27FC236}">
                <a16:creationId xmlns:a16="http://schemas.microsoft.com/office/drawing/2014/main" id="{50C4A885-9E65-49A5-A4E4-8C5CC86B1922}"/>
              </a:ext>
            </a:extLst>
          </p:cNvPr>
          <p:cNvSpPr>
            <a:spLocks noGrp="1"/>
          </p:cNvSpPr>
          <p:nvPr/>
        </p:nvSpPr>
        <p:spPr>
          <a:xfrm>
            <a:off x="5867400" y="4210050"/>
            <a:ext cx="2228850" cy="647700"/>
          </a:xfrm>
          <a:prstGeom prst="rect">
            <a:avLst/>
          </a:prstGeom>
          <a:solidFill>
            <a:srgbClr val="FBF3E6"/>
          </a:solidFill>
          <a:ln w="14288">
            <a:solidFill>
              <a:srgbClr val="93651E"/>
            </a:solidFill>
          </a:ln>
        </p:spPr>
        <p:txBody>
          <a:bodyPr wrap="square" lIns="114300" tIns="114300" rIns="114300" bIns="114300" anchor="ctr">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Part 3</a:t>
            </a:r>
          </a:p>
        </p:txBody>
      </p:sp>
      <p:sp>
        <p:nvSpPr>
          <p:cNvPr id="12" name="Diagram 18">
            <a:extLst>
              <a:ext uri="{FF2B5EF4-FFF2-40B4-BE49-F238E27FC236}">
                <a16:creationId xmlns:a16="http://schemas.microsoft.com/office/drawing/2014/main" id="{C8AF9AE9-0F76-4824-831C-E54A396A5293}"/>
              </a:ext>
            </a:extLst>
          </p:cNvPr>
          <p:cNvSpPr>
            <a:spLocks noGrp="1"/>
          </p:cNvSpPr>
          <p:nvPr/>
        </p:nvSpPr>
        <p:spPr>
          <a:xfrm>
            <a:off x="8096250" y="4210050"/>
            <a:ext cx="1695450" cy="6477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Part 4</a:t>
            </a:r>
          </a:p>
        </p:txBody>
      </p:sp>
      <p:sp>
        <p:nvSpPr>
          <p:cNvPr id="13" name="Diagram 19">
            <a:extLst>
              <a:ext uri="{FF2B5EF4-FFF2-40B4-BE49-F238E27FC236}">
                <a16:creationId xmlns:a16="http://schemas.microsoft.com/office/drawing/2014/main" id="{5C1D413C-2928-4EED-8B4D-1E3D2A3EF529}"/>
              </a:ext>
            </a:extLst>
          </p:cNvPr>
          <p:cNvSpPr>
            <a:spLocks noGrp="1"/>
          </p:cNvSpPr>
          <p:nvPr/>
        </p:nvSpPr>
        <p:spPr>
          <a:xfrm>
            <a:off x="9791700" y="4210050"/>
            <a:ext cx="1714500" cy="6477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Part 5</a:t>
            </a:r>
          </a:p>
        </p:txBody>
      </p:sp>
      <p:cxnSp>
        <p:nvCxnSpPr>
          <p:cNvPr id="30" name="Connector 20"/>
          <p:cNvCxnSpPr/>
          <p:nvPr/>
        </p:nvCxnSpPr>
        <p:spPr>
          <a:xfrm>
            <a:off x="7143750" y="3762375"/>
            <a:ext cx="0" cy="352425"/>
          </a:xfrm>
          <a:prstGeom prst="straightConnector1">
            <a:avLst/>
          </a:prstGeom>
          <a:ln w="19050">
            <a:solidFill>
              <a:srgbClr val="5B6878"/>
            </a:solidFill>
            <a:prstDash val="dash"/>
            <a:tailEnd type="none" w="med" len="med"/>
          </a:ln>
        </p:spPr>
      </p:cxnSp>
      <p:sp>
        <p:nvSpPr>
          <p:cNvPr id="15" name="Text 21">
            <a:extLst>
              <a:ext uri="{FF2B5EF4-FFF2-40B4-BE49-F238E27FC236}">
                <a16:creationId xmlns:a16="http://schemas.microsoft.com/office/drawing/2014/main" id="{32ECFFE2-855D-4E51-A54F-EE0DD896D40F}"/>
              </a:ext>
            </a:extLst>
          </p:cNvPr>
          <p:cNvSpPr>
            <a:spLocks noGrp="1"/>
          </p:cNvSpPr>
          <p:nvPr/>
        </p:nvSpPr>
        <p:spPr>
          <a:xfrm>
            <a:off x="5467350" y="5076825"/>
            <a:ext cx="4048125" cy="304800"/>
          </a:xfrm>
          <a:prstGeom prst="rect">
            <a:avLst/>
          </a:prstGeom>
          <a:noFill/>
          <a:ln w="0">
            <a:noFill/>
          </a:ln>
        </p:spPr>
        <p:txBody>
          <a:bodyPr wrap="square" lIns="0" tIns="0" rIns="0" bIns="0" anchor="t">
            <a:noAutofit/>
          </a:bodyPr>
          <a:lstStyle>
            <a:lvl1pPr algn="ctr">
              <a:buNone/>
              <a:defRPr sz="1575" b="0">
                <a:solidFill>
                  <a:srgbClr val="93651E"/>
                </a:solidFill>
                <a:latin typeface="Arial"/>
                <a:ea typeface="Arial"/>
                <a:cs typeface="Arial"/>
              </a:defRPr>
            </a:lvl1pPr>
            <a:lvl2pPr algn="ctr">
              <a:buNone/>
              <a:defRPr sz="1575" b="0">
                <a:solidFill>
                  <a:srgbClr val="93651E"/>
                </a:solidFill>
                <a:latin typeface="Arial"/>
                <a:ea typeface="Arial"/>
                <a:cs typeface="Arial"/>
              </a:defRPr>
            </a:lvl2pPr>
            <a:lvl3pPr algn="ctr">
              <a:buNone/>
              <a:defRPr sz="1575" b="0">
                <a:solidFill>
                  <a:srgbClr val="93651E"/>
                </a:solidFill>
                <a:latin typeface="Arial"/>
                <a:ea typeface="Arial"/>
                <a:cs typeface="Arial"/>
              </a:defRPr>
            </a:lvl3pPr>
            <a:lvl4pPr algn="ctr">
              <a:buNone/>
              <a:defRPr sz="1575" b="0">
                <a:solidFill>
                  <a:srgbClr val="93651E"/>
                </a:solidFill>
                <a:latin typeface="Arial"/>
                <a:ea typeface="Arial"/>
                <a:cs typeface="Arial"/>
              </a:defRPr>
            </a:lvl4pPr>
            <a:lvl5pPr algn="ctr">
              <a:buNone/>
              <a:defRPr sz="1575" b="0">
                <a:solidFill>
                  <a:srgbClr val="93651E"/>
                </a:solidFill>
                <a:latin typeface="Arial"/>
                <a:ea typeface="Arial"/>
                <a:cs typeface="Arial"/>
              </a:defRPr>
            </a:lvl5pPr>
            <a:lvl6pPr algn="ctr">
              <a:buNone/>
              <a:defRPr sz="1575" b="0">
                <a:solidFill>
                  <a:srgbClr val="93651E"/>
                </a:solidFill>
                <a:latin typeface="Arial"/>
                <a:ea typeface="Arial"/>
                <a:cs typeface="Arial"/>
              </a:defRPr>
            </a:lvl6pPr>
            <a:lvl7pPr algn="ctr">
              <a:buNone/>
              <a:defRPr sz="1575" b="0">
                <a:solidFill>
                  <a:srgbClr val="93651E"/>
                </a:solidFill>
                <a:latin typeface="Arial"/>
                <a:ea typeface="Arial"/>
                <a:cs typeface="Arial"/>
              </a:defRPr>
            </a:lvl7pPr>
            <a:lvl8pPr algn="ctr">
              <a:buNone/>
              <a:defRPr sz="1575" b="0">
                <a:solidFill>
                  <a:srgbClr val="93651E"/>
                </a:solidFill>
                <a:latin typeface="Arial"/>
                <a:ea typeface="Arial"/>
                <a:cs typeface="Arial"/>
              </a:defRPr>
            </a:lvl8pPr>
            <a:lvl9pPr algn="ctr">
              <a:buNone/>
              <a:defRPr sz="1575" b="0">
                <a:solidFill>
                  <a:srgbClr val="93651E"/>
                </a:solidFill>
                <a:latin typeface="Arial"/>
                <a:ea typeface="Arial"/>
                <a:cs typeface="Arial"/>
              </a:defRPr>
            </a:lvl9pPr>
          </a:lstStyle>
          <a:p>
            <a:pPr algn="ctr">
              <a:buNone/>
              <a:defRPr sz="1575" b="0">
                <a:solidFill>
                  <a:srgbClr val="93651E"/>
                </a:solidFill>
                <a:latin typeface="Arial"/>
                <a:ea typeface="Arial"/>
                <a:cs typeface="Arial"/>
              </a:defRPr>
            </a:pPr>
            <a:r>
              <a:rPr sz="1575" b="0">
                <a:solidFill>
                  <a:srgbClr val="93651E"/>
                </a:solidFill>
                <a:latin typeface="Arial"/>
                <a:ea typeface="Arial"/>
                <a:cs typeface="Arial"/>
              </a:rPr>
              <a:t>Part 3 crosses the frame boundary</a:t>
            </a:r>
          </a:p>
        </p:txBody>
      </p:sp>
      <p:sp>
        <p:nvSpPr>
          <p:cNvPr id="16" name="Text 22">
            <a:extLst>
              <a:ext uri="{FF2B5EF4-FFF2-40B4-BE49-F238E27FC236}">
                <a16:creationId xmlns:a16="http://schemas.microsoft.com/office/drawing/2014/main" id="{0A1E53EA-F801-40B2-BEB2-2F313AD5785E}"/>
              </a:ext>
            </a:extLst>
          </p:cNvPr>
          <p:cNvSpPr>
            <a:spLocks noGrp="1"/>
          </p:cNvSpPr>
          <p:nvPr/>
        </p:nvSpPr>
        <p:spPr>
          <a:xfrm>
            <a:off x="685800" y="5591175"/>
            <a:ext cx="10820400" cy="495300"/>
          </a:xfrm>
          <a:prstGeom prst="rect">
            <a:avLst/>
          </a:prstGeom>
          <a:noFill/>
          <a:ln w="0">
            <a:noFill/>
          </a:ln>
        </p:spPr>
        <p:txBody>
          <a:bodyPr wrap="square" lIns="0" tIns="0" rIns="0" bIns="0" anchor="t">
            <a:noAutofit/>
          </a:bodyPr>
          <a:lstStyle>
            <a:lvl1pPr algn="l">
              <a:buNone/>
              <a:defRPr sz="1725" b="0">
                <a:solidFill>
                  <a:srgbClr val="20334A"/>
                </a:solidFill>
                <a:latin typeface="Arial"/>
                <a:ea typeface="Arial"/>
                <a:cs typeface="Arial"/>
              </a:defRPr>
            </a:lvl1pPr>
            <a:lvl2pPr algn="l">
              <a:buNone/>
              <a:defRPr sz="1725" b="0">
                <a:solidFill>
                  <a:srgbClr val="20334A"/>
                </a:solidFill>
                <a:latin typeface="Arial"/>
                <a:ea typeface="Arial"/>
                <a:cs typeface="Arial"/>
              </a:defRPr>
            </a:lvl2pPr>
            <a:lvl3pPr algn="l">
              <a:buNone/>
              <a:defRPr sz="1725" b="0">
                <a:solidFill>
                  <a:srgbClr val="20334A"/>
                </a:solidFill>
                <a:latin typeface="Arial"/>
                <a:ea typeface="Arial"/>
                <a:cs typeface="Arial"/>
              </a:defRPr>
            </a:lvl3pPr>
            <a:lvl4pPr algn="l">
              <a:buNone/>
              <a:defRPr sz="1725" b="0">
                <a:solidFill>
                  <a:srgbClr val="20334A"/>
                </a:solidFill>
                <a:latin typeface="Arial"/>
                <a:ea typeface="Arial"/>
                <a:cs typeface="Arial"/>
              </a:defRPr>
            </a:lvl4pPr>
            <a:lvl5pPr algn="l">
              <a:buNone/>
              <a:defRPr sz="1725" b="0">
                <a:solidFill>
                  <a:srgbClr val="20334A"/>
                </a:solidFill>
                <a:latin typeface="Arial"/>
                <a:ea typeface="Arial"/>
                <a:cs typeface="Arial"/>
              </a:defRPr>
            </a:lvl5pPr>
            <a:lvl6pPr algn="l">
              <a:buNone/>
              <a:defRPr sz="1725" b="0">
                <a:solidFill>
                  <a:srgbClr val="20334A"/>
                </a:solidFill>
                <a:latin typeface="Arial"/>
                <a:ea typeface="Arial"/>
                <a:cs typeface="Arial"/>
              </a:defRPr>
            </a:lvl6pPr>
            <a:lvl7pPr algn="l">
              <a:buNone/>
              <a:defRPr sz="1725" b="0">
                <a:solidFill>
                  <a:srgbClr val="20334A"/>
                </a:solidFill>
                <a:latin typeface="Arial"/>
                <a:ea typeface="Arial"/>
                <a:cs typeface="Arial"/>
              </a:defRPr>
            </a:lvl7pPr>
            <a:lvl8pPr algn="l">
              <a:buNone/>
              <a:defRPr sz="1725" b="0">
                <a:solidFill>
                  <a:srgbClr val="20334A"/>
                </a:solidFill>
                <a:latin typeface="Arial"/>
                <a:ea typeface="Arial"/>
                <a:cs typeface="Arial"/>
              </a:defRPr>
            </a:lvl8pPr>
            <a:lvl9pPr algn="l">
              <a:buNone/>
              <a:defRPr sz="1725" b="0">
                <a:solidFill>
                  <a:srgbClr val="20334A"/>
                </a:solidFill>
                <a:latin typeface="Arial"/>
                <a:ea typeface="Arial"/>
                <a:cs typeface="Arial"/>
              </a:defRPr>
            </a:lvl9pPr>
          </a:lstStyle>
          <a:p>
            <a:pPr marL="215900" indent="-101600" algn="l">
              <a:spcAft>
                <a:spcPts val="900"/>
              </a:spcAft>
              <a:buChar char="•"/>
              <a:defRPr sz="1725" b="0">
                <a:solidFill>
                  <a:srgbClr val="20334A"/>
                </a:solidFill>
                <a:latin typeface="Arial"/>
                <a:ea typeface="Arial"/>
                <a:cs typeface="Arial"/>
              </a:defRPr>
            </a:pPr>
            <a:r>
              <a:t>Our packetizer creates the chunks. UDP carries each chunk as one datagram.</a:t>
            </a:r>
          </a:p>
        </p:txBody>
      </p:sp>
    </p:spTree>
    <p:extLst>
      <p:ext uri="{BB962C8B-B14F-4D97-AF65-F5344CB8AC3E}">
        <p14:creationId xmlns:p14="http://schemas.microsoft.com/office/powerpoint/2010/main" val="991570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8982A72-0754-442D-9D95-400CAAA91BCC}"/>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System architecture</a:t>
            </a:r>
          </a:p>
        </p:txBody>
      </p:sp>
      <p:sp>
        <p:nvSpPr>
          <p:cNvPr id="4" name="Diagram 25">
            <a:extLst>
              <a:ext uri="{FF2B5EF4-FFF2-40B4-BE49-F238E27FC236}">
                <a16:creationId xmlns:a16="http://schemas.microsoft.com/office/drawing/2014/main" id="{F3AAAF82-0107-4A74-9ABF-459ADBBB4F2D}"/>
              </a:ext>
            </a:extLst>
          </p:cNvPr>
          <p:cNvSpPr>
            <a:spLocks noGrp="1"/>
          </p:cNvSpPr>
          <p:nvPr/>
        </p:nvSpPr>
        <p:spPr>
          <a:xfrm>
            <a:off x="685800" y="1762125"/>
            <a:ext cx="2895600" cy="352425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5" name="Diagram 26">
            <a:extLst>
              <a:ext uri="{FF2B5EF4-FFF2-40B4-BE49-F238E27FC236}">
                <a16:creationId xmlns:a16="http://schemas.microsoft.com/office/drawing/2014/main" id="{8F26B634-3962-4B26-AEB8-D4C3D7CCAB6A}"/>
              </a:ext>
            </a:extLst>
          </p:cNvPr>
          <p:cNvSpPr>
            <a:spLocks noGrp="1"/>
          </p:cNvSpPr>
          <p:nvPr/>
        </p:nvSpPr>
        <p:spPr>
          <a:xfrm>
            <a:off x="4648200" y="1762125"/>
            <a:ext cx="2895600" cy="352425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6" name="Diagram 27">
            <a:extLst>
              <a:ext uri="{FF2B5EF4-FFF2-40B4-BE49-F238E27FC236}">
                <a16:creationId xmlns:a16="http://schemas.microsoft.com/office/drawing/2014/main" id="{24C32776-B419-4B40-894F-5BF9A1DE1727}"/>
              </a:ext>
            </a:extLst>
          </p:cNvPr>
          <p:cNvSpPr>
            <a:spLocks noGrp="1"/>
          </p:cNvSpPr>
          <p:nvPr/>
        </p:nvSpPr>
        <p:spPr>
          <a:xfrm>
            <a:off x="8610600" y="1762125"/>
            <a:ext cx="2895600" cy="352425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7" name="Diagram 28">
            <a:extLst>
              <a:ext uri="{FF2B5EF4-FFF2-40B4-BE49-F238E27FC236}">
                <a16:creationId xmlns:a16="http://schemas.microsoft.com/office/drawing/2014/main" id="{4B112E72-0618-4DFC-A323-F614316D9E89}"/>
              </a:ext>
            </a:extLst>
          </p:cNvPr>
          <p:cNvSpPr>
            <a:spLocks noGrp="1"/>
          </p:cNvSpPr>
          <p:nvPr/>
        </p:nvSpPr>
        <p:spPr>
          <a:xfrm>
            <a:off x="685800" y="1762125"/>
            <a:ext cx="2895600" cy="647700"/>
          </a:xfrm>
          <a:prstGeom prst="rect">
            <a:avLst/>
          </a:prstGeom>
          <a:solidFill>
            <a:srgbClr val="20334A"/>
          </a:solidFill>
          <a:ln w="14288">
            <a:solidFill>
              <a:srgbClr val="20334A"/>
            </a:solidFill>
          </a:ln>
        </p:spPr>
        <p:txBody>
          <a:bodyPr wrap="square" lIns="114300" tIns="114300" rIns="114300" bIns="114300" anchor="ctr">
            <a:noAutofit/>
          </a:bodyPr>
          <a:lstStyle>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Mock spacecraft</a:t>
            </a:r>
          </a:p>
          <a:p>
            <a:pPr algn="ctr">
              <a:buNone/>
              <a:defRPr sz="1800" b="1">
                <a:solidFill>
                  <a:srgbClr val="FFFFFF"/>
                </a:solidFill>
                <a:latin typeface="Arial"/>
                <a:ea typeface="Arial"/>
                <a:cs typeface="Arial"/>
              </a:defRPr>
            </a:pPr>
            <a:r>
              <a:rPr sz="1800" b="1">
                <a:solidFill>
                  <a:srgbClr val="FFFFFF"/>
                </a:solidFill>
                <a:latin typeface="Arial"/>
                <a:ea typeface="Arial"/>
                <a:cs typeface="Arial"/>
              </a:rPr>
              <a:t>transmitter</a:t>
            </a:r>
          </a:p>
        </p:txBody>
      </p:sp>
      <p:sp>
        <p:nvSpPr>
          <p:cNvPr id="8" name="Diagram 29">
            <a:extLst>
              <a:ext uri="{FF2B5EF4-FFF2-40B4-BE49-F238E27FC236}">
                <a16:creationId xmlns:a16="http://schemas.microsoft.com/office/drawing/2014/main" id="{4577AC3E-4070-4B03-B3F0-5B33542B3820}"/>
              </a:ext>
            </a:extLst>
          </p:cNvPr>
          <p:cNvSpPr>
            <a:spLocks noGrp="1"/>
          </p:cNvSpPr>
          <p:nvPr/>
        </p:nvSpPr>
        <p:spPr>
          <a:xfrm>
            <a:off x="4648200" y="1762125"/>
            <a:ext cx="2895600" cy="647700"/>
          </a:xfrm>
          <a:prstGeom prst="rect">
            <a:avLst/>
          </a:prstGeom>
          <a:solidFill>
            <a:srgbClr val="20334A"/>
          </a:solidFill>
          <a:ln w="14288">
            <a:solidFill>
              <a:srgbClr val="20334A"/>
            </a:solidFill>
          </a:ln>
        </p:spPr>
        <p:txBody>
          <a:bodyPr wrap="square" lIns="114300" tIns="114300" rIns="114300" bIns="114300" anchor="ctr">
            <a:noAutofit/>
          </a:bodyPr>
          <a:lstStyle>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Ground-station</a:t>
            </a:r>
          </a:p>
          <a:p>
            <a:pPr algn="ctr">
              <a:buNone/>
              <a:defRPr sz="1800" b="1">
                <a:solidFill>
                  <a:srgbClr val="FFFFFF"/>
                </a:solidFill>
                <a:latin typeface="Arial"/>
                <a:ea typeface="Arial"/>
                <a:cs typeface="Arial"/>
              </a:defRPr>
            </a:pPr>
            <a:r>
              <a:rPr sz="1800" b="1">
                <a:solidFill>
                  <a:srgbClr val="FFFFFF"/>
                </a:solidFill>
                <a:latin typeface="Arial"/>
                <a:ea typeface="Arial"/>
                <a:cs typeface="Arial"/>
              </a:rPr>
              <a:t>receiver</a:t>
            </a:r>
          </a:p>
        </p:txBody>
      </p:sp>
      <p:sp>
        <p:nvSpPr>
          <p:cNvPr id="9" name="Diagram 30">
            <a:extLst>
              <a:ext uri="{FF2B5EF4-FFF2-40B4-BE49-F238E27FC236}">
                <a16:creationId xmlns:a16="http://schemas.microsoft.com/office/drawing/2014/main" id="{6BBF4A27-0834-4EE6-9ECB-8A67659DEF72}"/>
              </a:ext>
            </a:extLst>
          </p:cNvPr>
          <p:cNvSpPr>
            <a:spLocks noGrp="1"/>
          </p:cNvSpPr>
          <p:nvPr/>
        </p:nvSpPr>
        <p:spPr>
          <a:xfrm>
            <a:off x="8610600" y="1762125"/>
            <a:ext cx="2895600" cy="647700"/>
          </a:xfrm>
          <a:prstGeom prst="rect">
            <a:avLst/>
          </a:prstGeom>
          <a:solidFill>
            <a:srgbClr val="20334A"/>
          </a:solidFill>
          <a:ln w="14288">
            <a:solidFill>
              <a:srgbClr val="20334A"/>
            </a:solidFill>
          </a:ln>
        </p:spPr>
        <p:txBody>
          <a:bodyPr wrap="square" lIns="114300" tIns="114300" rIns="114300" bIns="114300" anchor="ctr">
            <a:noAutofit/>
          </a:bodyPr>
          <a:lstStyle>
            <a:lvl1pPr algn="ctr">
              <a:buNone/>
              <a:defRPr sz="1800" b="1">
                <a:solidFill>
                  <a:srgbClr val="FFFFFF"/>
                </a:solidFill>
                <a:latin typeface="Arial"/>
                <a:ea typeface="Arial"/>
                <a:cs typeface="Arial"/>
              </a:defRPr>
            </a:lvl1pPr>
            <a:lvl2pPr algn="ctr">
              <a:buNone/>
              <a:defRPr sz="1800" b="1">
                <a:solidFill>
                  <a:srgbClr val="FFFFFF"/>
                </a:solidFill>
                <a:latin typeface="Arial"/>
                <a:ea typeface="Arial"/>
                <a:cs typeface="Arial"/>
              </a:defRPr>
            </a:lvl2pPr>
            <a:lvl3pPr algn="ctr">
              <a:buNone/>
              <a:defRPr sz="1800" b="1">
                <a:solidFill>
                  <a:srgbClr val="FFFFFF"/>
                </a:solidFill>
                <a:latin typeface="Arial"/>
                <a:ea typeface="Arial"/>
                <a:cs typeface="Arial"/>
              </a:defRPr>
            </a:lvl3pPr>
            <a:lvl4pPr algn="ctr">
              <a:buNone/>
              <a:defRPr sz="1800" b="1">
                <a:solidFill>
                  <a:srgbClr val="FFFFFF"/>
                </a:solidFill>
                <a:latin typeface="Arial"/>
                <a:ea typeface="Arial"/>
                <a:cs typeface="Arial"/>
              </a:defRPr>
            </a:lvl4pPr>
            <a:lvl5pPr algn="ctr">
              <a:buNone/>
              <a:defRPr sz="1800" b="1">
                <a:solidFill>
                  <a:srgbClr val="FFFFFF"/>
                </a:solidFill>
                <a:latin typeface="Arial"/>
                <a:ea typeface="Arial"/>
                <a:cs typeface="Arial"/>
              </a:defRPr>
            </a:lvl5pPr>
            <a:lvl6pPr algn="ctr">
              <a:buNone/>
              <a:defRPr sz="1800" b="1">
                <a:solidFill>
                  <a:srgbClr val="FFFFFF"/>
                </a:solidFill>
                <a:latin typeface="Arial"/>
                <a:ea typeface="Arial"/>
                <a:cs typeface="Arial"/>
              </a:defRPr>
            </a:lvl6pPr>
            <a:lvl7pPr algn="ctr">
              <a:buNone/>
              <a:defRPr sz="1800" b="1">
                <a:solidFill>
                  <a:srgbClr val="FFFFFF"/>
                </a:solidFill>
                <a:latin typeface="Arial"/>
                <a:ea typeface="Arial"/>
                <a:cs typeface="Arial"/>
              </a:defRPr>
            </a:lvl7pPr>
            <a:lvl8pPr algn="ctr">
              <a:buNone/>
              <a:defRPr sz="1800" b="1">
                <a:solidFill>
                  <a:srgbClr val="FFFFFF"/>
                </a:solidFill>
                <a:latin typeface="Arial"/>
                <a:ea typeface="Arial"/>
                <a:cs typeface="Arial"/>
              </a:defRPr>
            </a:lvl8pPr>
            <a:lvl9pPr algn="ctr">
              <a:buNone/>
              <a:defRPr sz="1800" b="1">
                <a:solidFill>
                  <a:srgbClr val="FFFFFF"/>
                </a:solidFill>
                <a:latin typeface="Arial"/>
                <a:ea typeface="Arial"/>
                <a:cs typeface="Arial"/>
              </a:defRPr>
            </a:lvl9pP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Ground-station</a:t>
            </a:r>
          </a:p>
          <a:p>
            <a:pPr algn="ctr">
              <a:buNone/>
              <a:defRPr sz="1800" b="1">
                <a:solidFill>
                  <a:srgbClr val="FFFFFF"/>
                </a:solidFill>
                <a:latin typeface="Arial"/>
                <a:ea typeface="Arial"/>
                <a:cs typeface="Arial"/>
              </a:defRPr>
            </a:pPr>
            <a:r>
              <a:rPr sz="1800" b="1">
                <a:solidFill>
                  <a:srgbClr val="FFFFFF"/>
                </a:solidFill>
                <a:latin typeface="Arial"/>
                <a:ea typeface="Arial"/>
                <a:cs typeface="Arial"/>
              </a:rPr>
              <a:t>browser UI</a:t>
            </a:r>
          </a:p>
        </p:txBody>
      </p:sp>
      <p:sp>
        <p:nvSpPr>
          <p:cNvPr id="10" name="Diagram 31">
            <a:extLst>
              <a:ext uri="{FF2B5EF4-FFF2-40B4-BE49-F238E27FC236}">
                <a16:creationId xmlns:a16="http://schemas.microsoft.com/office/drawing/2014/main" id="{760355C2-F195-410B-BB39-6A177C350BFF}"/>
              </a:ext>
            </a:extLst>
          </p:cNvPr>
          <p:cNvSpPr>
            <a:spLocks noGrp="1"/>
          </p:cNvSpPr>
          <p:nvPr/>
        </p:nvSpPr>
        <p:spPr>
          <a:xfrm>
            <a:off x="876300" y="262890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Generate mock readings</a:t>
            </a:r>
          </a:p>
        </p:txBody>
      </p:sp>
      <p:sp>
        <p:nvSpPr>
          <p:cNvPr id="11" name="Diagram 32">
            <a:extLst>
              <a:ext uri="{FF2B5EF4-FFF2-40B4-BE49-F238E27FC236}">
                <a16:creationId xmlns:a16="http://schemas.microsoft.com/office/drawing/2014/main" id="{5C35CD80-22BC-4EE2-8C68-F5CD0015326F}"/>
              </a:ext>
            </a:extLst>
          </p:cNvPr>
          <p:cNvSpPr>
            <a:spLocks noGrp="1"/>
          </p:cNvSpPr>
          <p:nvPr/>
        </p:nvSpPr>
        <p:spPr>
          <a:xfrm>
            <a:off x="876300" y="321945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Build frame, CRC and ASM</a:t>
            </a:r>
          </a:p>
        </p:txBody>
      </p:sp>
      <p:sp>
        <p:nvSpPr>
          <p:cNvPr id="12" name="Diagram 33">
            <a:extLst>
              <a:ext uri="{FF2B5EF4-FFF2-40B4-BE49-F238E27FC236}">
                <a16:creationId xmlns:a16="http://schemas.microsoft.com/office/drawing/2014/main" id="{F3430614-351B-4FC7-A526-08A59B5AE446}"/>
              </a:ext>
            </a:extLst>
          </p:cNvPr>
          <p:cNvSpPr>
            <a:spLocks noGrp="1"/>
          </p:cNvSpPr>
          <p:nvPr/>
        </p:nvSpPr>
        <p:spPr>
          <a:xfrm>
            <a:off x="876300" y="381000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Inject selected bit fault</a:t>
            </a:r>
          </a:p>
        </p:txBody>
      </p:sp>
      <p:sp>
        <p:nvSpPr>
          <p:cNvPr id="13" name="Diagram 34">
            <a:extLst>
              <a:ext uri="{FF2B5EF4-FFF2-40B4-BE49-F238E27FC236}">
                <a16:creationId xmlns:a16="http://schemas.microsoft.com/office/drawing/2014/main" id="{F52332D5-CF22-46DA-9885-571FB771BAE7}"/>
              </a:ext>
            </a:extLst>
          </p:cNvPr>
          <p:cNvSpPr>
            <a:spLocks noGrp="1"/>
          </p:cNvSpPr>
          <p:nvPr/>
        </p:nvSpPr>
        <p:spPr>
          <a:xfrm>
            <a:off x="876300" y="440055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Packetize the bitstream</a:t>
            </a:r>
          </a:p>
        </p:txBody>
      </p:sp>
      <p:cxnSp>
        <p:nvCxnSpPr>
          <p:cNvPr id="43" name="Straight Arrow Connector 42"/>
          <p:cNvCxnSpPr>
            <a:stCxn id="10" idx="2"/>
            <a:endCxn id="11" idx="0"/>
          </p:cNvCxnSpPr>
          <p:nvPr/>
        </p:nvCxnSpPr>
        <p:spPr>
          <a:xfrm>
            <a:off x="2133600" y="3048000"/>
            <a:ext cx="0" cy="171450"/>
          </a:xfrm>
          <a:prstGeom prst="straightConnector1">
            <a:avLst/>
          </a:prstGeom>
          <a:ln w="19050">
            <a:solidFill>
              <a:srgbClr val="166D73"/>
            </a:solidFill>
            <a:tailEnd type="triangle" w="med" len="med"/>
          </a:ln>
        </p:spPr>
      </p:cxnSp>
      <p:cxnSp>
        <p:nvCxnSpPr>
          <p:cNvPr id="44" name="Straight Arrow Connector 43"/>
          <p:cNvCxnSpPr>
            <a:stCxn id="11" idx="2"/>
            <a:endCxn id="12" idx="0"/>
          </p:cNvCxnSpPr>
          <p:nvPr/>
        </p:nvCxnSpPr>
        <p:spPr>
          <a:xfrm>
            <a:off x="2133600" y="3638550"/>
            <a:ext cx="0" cy="171450"/>
          </a:xfrm>
          <a:prstGeom prst="straightConnector1">
            <a:avLst/>
          </a:prstGeom>
          <a:ln w="19050">
            <a:solidFill>
              <a:srgbClr val="166D73"/>
            </a:solidFill>
            <a:tailEnd type="triangle" w="med" len="med"/>
          </a:ln>
        </p:spPr>
      </p:cxnSp>
      <p:cxnSp>
        <p:nvCxnSpPr>
          <p:cNvPr id="45" name="Straight Arrow Connector 44"/>
          <p:cNvCxnSpPr>
            <a:stCxn id="12" idx="2"/>
            <a:endCxn id="13" idx="0"/>
          </p:cNvCxnSpPr>
          <p:nvPr/>
        </p:nvCxnSpPr>
        <p:spPr>
          <a:xfrm>
            <a:off x="2133600" y="4229100"/>
            <a:ext cx="0" cy="171450"/>
          </a:xfrm>
          <a:prstGeom prst="straightConnector1">
            <a:avLst/>
          </a:prstGeom>
          <a:ln w="19050">
            <a:solidFill>
              <a:srgbClr val="166D73"/>
            </a:solidFill>
            <a:tailEnd type="triangle" w="med" len="med"/>
          </a:ln>
        </p:spPr>
      </p:cxnSp>
      <p:sp>
        <p:nvSpPr>
          <p:cNvPr id="17" name="Diagram 35">
            <a:extLst>
              <a:ext uri="{FF2B5EF4-FFF2-40B4-BE49-F238E27FC236}">
                <a16:creationId xmlns:a16="http://schemas.microsoft.com/office/drawing/2014/main" id="{6976FA82-E27F-472D-A471-E5A9131D3AFB}"/>
              </a:ext>
            </a:extLst>
          </p:cNvPr>
          <p:cNvSpPr>
            <a:spLocks noGrp="1"/>
          </p:cNvSpPr>
          <p:nvPr/>
        </p:nvSpPr>
        <p:spPr>
          <a:xfrm>
            <a:off x="4838700" y="262890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Preserve incoming bits</a:t>
            </a:r>
          </a:p>
        </p:txBody>
      </p:sp>
      <p:sp>
        <p:nvSpPr>
          <p:cNvPr id="18" name="Diagram 36">
            <a:extLst>
              <a:ext uri="{FF2B5EF4-FFF2-40B4-BE49-F238E27FC236}">
                <a16:creationId xmlns:a16="http://schemas.microsoft.com/office/drawing/2014/main" id="{53221AC7-DEC4-42B2-AA22-CA3B68E57232}"/>
              </a:ext>
            </a:extLst>
          </p:cNvPr>
          <p:cNvSpPr>
            <a:spLocks noGrp="1"/>
          </p:cNvSpPr>
          <p:nvPr/>
        </p:nvSpPr>
        <p:spPr>
          <a:xfrm>
            <a:off x="4838700" y="321945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Find ASM at any bit</a:t>
            </a:r>
          </a:p>
        </p:txBody>
      </p:sp>
      <p:sp>
        <p:nvSpPr>
          <p:cNvPr id="19" name="Diagram 37">
            <a:extLst>
              <a:ext uri="{FF2B5EF4-FFF2-40B4-BE49-F238E27FC236}">
                <a16:creationId xmlns:a16="http://schemas.microsoft.com/office/drawing/2014/main" id="{72BF73F6-2014-4086-AC02-C565800FED0F}"/>
              </a:ext>
            </a:extLst>
          </p:cNvPr>
          <p:cNvSpPr>
            <a:spLocks noGrp="1"/>
          </p:cNvSpPr>
          <p:nvPr/>
        </p:nvSpPr>
        <p:spPr>
          <a:xfrm>
            <a:off x="4838700" y="381000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Check CRC and format</a:t>
            </a:r>
          </a:p>
        </p:txBody>
      </p:sp>
      <p:sp>
        <p:nvSpPr>
          <p:cNvPr id="20" name="Diagram 38">
            <a:extLst>
              <a:ext uri="{FF2B5EF4-FFF2-40B4-BE49-F238E27FC236}">
                <a16:creationId xmlns:a16="http://schemas.microsoft.com/office/drawing/2014/main" id="{6E924DDF-C327-4E6E-BD6B-BCB4C5C7F46B}"/>
              </a:ext>
            </a:extLst>
          </p:cNvPr>
          <p:cNvSpPr>
            <a:spLocks noGrp="1"/>
          </p:cNvSpPr>
          <p:nvPr/>
        </p:nvSpPr>
        <p:spPr>
          <a:xfrm>
            <a:off x="4838700" y="4400550"/>
            <a:ext cx="2514600" cy="419100"/>
          </a:xfrm>
          <a:prstGeom prst="rect">
            <a:avLst/>
          </a:prstGeom>
          <a:solidFill>
            <a:srgbClr val="EDF4F5"/>
          </a:solidFill>
          <a:ln w="14288">
            <a:solidFill>
              <a:srgbClr val="B8C6CE"/>
            </a:solidFill>
          </a:ln>
        </p:spPr>
        <p:txBody>
          <a:bodyPr wrap="square" lIns="57150" tIns="57150" rIns="57150" bIns="57150" anchor="ctr">
            <a:noAutofit/>
          </a:bodyPr>
          <a:lstStyle>
            <a:lvl1pPr algn="ctr">
              <a:buNone/>
              <a:defRPr sz="1500" b="0">
                <a:solidFill>
                  <a:srgbClr val="20334A"/>
                </a:solidFill>
                <a:latin typeface="Arial"/>
                <a:ea typeface="Arial"/>
                <a:cs typeface="Arial"/>
              </a:defRPr>
            </a:lvl1pPr>
            <a:lvl2pPr algn="ctr">
              <a:buNone/>
              <a:defRPr sz="1500" b="0">
                <a:solidFill>
                  <a:srgbClr val="20334A"/>
                </a:solidFill>
                <a:latin typeface="Arial"/>
                <a:ea typeface="Arial"/>
                <a:cs typeface="Arial"/>
              </a:defRPr>
            </a:lvl2pPr>
            <a:lvl3pPr algn="ctr">
              <a:buNone/>
              <a:defRPr sz="1500" b="0">
                <a:solidFill>
                  <a:srgbClr val="20334A"/>
                </a:solidFill>
                <a:latin typeface="Arial"/>
                <a:ea typeface="Arial"/>
                <a:cs typeface="Arial"/>
              </a:defRPr>
            </a:lvl3pPr>
            <a:lvl4pPr algn="ctr">
              <a:buNone/>
              <a:defRPr sz="1500" b="0">
                <a:solidFill>
                  <a:srgbClr val="20334A"/>
                </a:solidFill>
                <a:latin typeface="Arial"/>
                <a:ea typeface="Arial"/>
                <a:cs typeface="Arial"/>
              </a:defRPr>
            </a:lvl4pPr>
            <a:lvl5pPr algn="ctr">
              <a:buNone/>
              <a:defRPr sz="1500" b="0">
                <a:solidFill>
                  <a:srgbClr val="20334A"/>
                </a:solidFill>
                <a:latin typeface="Arial"/>
                <a:ea typeface="Arial"/>
                <a:cs typeface="Arial"/>
              </a:defRPr>
            </a:lvl5pPr>
            <a:lvl6pPr algn="ctr">
              <a:buNone/>
              <a:defRPr sz="1500" b="0">
                <a:solidFill>
                  <a:srgbClr val="20334A"/>
                </a:solidFill>
                <a:latin typeface="Arial"/>
                <a:ea typeface="Arial"/>
                <a:cs typeface="Arial"/>
              </a:defRPr>
            </a:lvl6pPr>
            <a:lvl7pPr algn="ctr">
              <a:buNone/>
              <a:defRPr sz="1500" b="0">
                <a:solidFill>
                  <a:srgbClr val="20334A"/>
                </a:solidFill>
                <a:latin typeface="Arial"/>
                <a:ea typeface="Arial"/>
                <a:cs typeface="Arial"/>
              </a:defRPr>
            </a:lvl7pPr>
            <a:lvl8pPr algn="ctr">
              <a:buNone/>
              <a:defRPr sz="1500" b="0">
                <a:solidFill>
                  <a:srgbClr val="20334A"/>
                </a:solidFill>
                <a:latin typeface="Arial"/>
                <a:ea typeface="Arial"/>
                <a:cs typeface="Arial"/>
              </a:defRPr>
            </a:lvl8pPr>
            <a:lvl9pPr algn="ctr">
              <a:buNone/>
              <a:defRPr sz="1500" b="0">
                <a:solidFill>
                  <a:srgbClr val="20334A"/>
                </a:solidFill>
                <a:latin typeface="Arial"/>
                <a:ea typeface="Arial"/>
                <a:cs typeface="Arial"/>
              </a:defRPr>
            </a:lvl9pPr>
          </a:lstStyle>
          <a:p>
            <a:pPr algn="ctr">
              <a:buNone/>
              <a:defRPr sz="1500" b="0">
                <a:solidFill>
                  <a:srgbClr val="20334A"/>
                </a:solidFill>
                <a:latin typeface="Arial"/>
                <a:ea typeface="Arial"/>
                <a:cs typeface="Arial"/>
              </a:defRPr>
            </a:pPr>
            <a:r>
              <a:rPr sz="1500" b="0">
                <a:solidFill>
                  <a:srgbClr val="20334A"/>
                </a:solidFill>
                <a:latin typeface="Arial"/>
                <a:ea typeface="Arial"/>
                <a:cs typeface="Arial"/>
              </a:rPr>
              <a:t>Decode accepted readings</a:t>
            </a:r>
          </a:p>
        </p:txBody>
      </p:sp>
      <p:cxnSp>
        <p:nvCxnSpPr>
          <p:cNvPr id="50" name="Straight Arrow Connector 49"/>
          <p:cNvCxnSpPr>
            <a:stCxn id="17" idx="2"/>
            <a:endCxn id="18" idx="0"/>
          </p:cNvCxnSpPr>
          <p:nvPr/>
        </p:nvCxnSpPr>
        <p:spPr>
          <a:xfrm>
            <a:off x="6096000" y="3048000"/>
            <a:ext cx="0" cy="171450"/>
          </a:xfrm>
          <a:prstGeom prst="straightConnector1">
            <a:avLst/>
          </a:prstGeom>
          <a:ln w="19050">
            <a:solidFill>
              <a:srgbClr val="166D73"/>
            </a:solidFill>
            <a:tailEnd type="triangle" w="med" len="med"/>
          </a:ln>
        </p:spPr>
      </p:cxnSp>
      <p:cxnSp>
        <p:nvCxnSpPr>
          <p:cNvPr id="51" name="Straight Arrow Connector 50"/>
          <p:cNvCxnSpPr>
            <a:stCxn id="18" idx="2"/>
            <a:endCxn id="19" idx="0"/>
          </p:cNvCxnSpPr>
          <p:nvPr/>
        </p:nvCxnSpPr>
        <p:spPr>
          <a:xfrm>
            <a:off x="6096000" y="3638550"/>
            <a:ext cx="0" cy="171450"/>
          </a:xfrm>
          <a:prstGeom prst="straightConnector1">
            <a:avLst/>
          </a:prstGeom>
          <a:ln w="19050">
            <a:solidFill>
              <a:srgbClr val="166D73"/>
            </a:solidFill>
            <a:tailEnd type="triangle" w="med" len="med"/>
          </a:ln>
        </p:spPr>
      </p:cxnSp>
      <p:cxnSp>
        <p:nvCxnSpPr>
          <p:cNvPr id="52" name="Straight Arrow Connector 51"/>
          <p:cNvCxnSpPr>
            <a:stCxn id="19" idx="2"/>
            <a:endCxn id="20" idx="0"/>
          </p:cNvCxnSpPr>
          <p:nvPr/>
        </p:nvCxnSpPr>
        <p:spPr>
          <a:xfrm>
            <a:off x="6096000" y="4229100"/>
            <a:ext cx="0" cy="171450"/>
          </a:xfrm>
          <a:prstGeom prst="straightConnector1">
            <a:avLst/>
          </a:prstGeom>
          <a:ln w="19050">
            <a:solidFill>
              <a:srgbClr val="166D73"/>
            </a:solidFill>
            <a:tailEnd type="triangle" w="med" len="med"/>
          </a:ln>
        </p:spPr>
      </p:cxnSp>
      <p:sp>
        <p:nvSpPr>
          <p:cNvPr id="24" name="Text 39">
            <a:extLst>
              <a:ext uri="{FF2B5EF4-FFF2-40B4-BE49-F238E27FC236}">
                <a16:creationId xmlns:a16="http://schemas.microsoft.com/office/drawing/2014/main" id="{7D901D6A-7128-4872-BB56-0D131EE0474C}"/>
              </a:ext>
            </a:extLst>
          </p:cNvPr>
          <p:cNvSpPr>
            <a:spLocks noGrp="1"/>
          </p:cNvSpPr>
          <p:nvPr/>
        </p:nvSpPr>
        <p:spPr>
          <a:xfrm>
            <a:off x="8801100" y="2743200"/>
            <a:ext cx="2514600" cy="2133600"/>
          </a:xfrm>
          <a:prstGeom prst="rect">
            <a:avLst/>
          </a:prstGeom>
          <a:noFill/>
          <a:ln w="0">
            <a:noFill/>
          </a:ln>
        </p:spPr>
        <p:txBody>
          <a:bodyPr wrap="square" lIns="0" tIns="0" rIns="0" bIns="0" anchor="t">
            <a:noAutofit/>
          </a:bodyPr>
          <a:lstStyle>
            <a:lvl1pPr algn="l">
              <a:buNone/>
              <a:defRPr sz="1725" b="0">
                <a:solidFill>
                  <a:srgbClr val="20334A"/>
                </a:solidFill>
                <a:latin typeface="Arial"/>
                <a:ea typeface="Arial"/>
                <a:cs typeface="Arial"/>
              </a:defRPr>
            </a:lvl1pPr>
            <a:lvl2pPr algn="l">
              <a:buNone/>
              <a:defRPr sz="1725" b="0">
                <a:solidFill>
                  <a:srgbClr val="20334A"/>
                </a:solidFill>
                <a:latin typeface="Arial"/>
                <a:ea typeface="Arial"/>
                <a:cs typeface="Arial"/>
              </a:defRPr>
            </a:lvl2pPr>
            <a:lvl3pPr algn="l">
              <a:buNone/>
              <a:defRPr sz="1725" b="0">
                <a:solidFill>
                  <a:srgbClr val="20334A"/>
                </a:solidFill>
                <a:latin typeface="Arial"/>
                <a:ea typeface="Arial"/>
                <a:cs typeface="Arial"/>
              </a:defRPr>
            </a:lvl3pPr>
            <a:lvl4pPr algn="l">
              <a:buNone/>
              <a:defRPr sz="1725" b="0">
                <a:solidFill>
                  <a:srgbClr val="20334A"/>
                </a:solidFill>
                <a:latin typeface="Arial"/>
                <a:ea typeface="Arial"/>
                <a:cs typeface="Arial"/>
              </a:defRPr>
            </a:lvl4pPr>
            <a:lvl5pPr algn="l">
              <a:buNone/>
              <a:defRPr sz="1725" b="0">
                <a:solidFill>
                  <a:srgbClr val="20334A"/>
                </a:solidFill>
                <a:latin typeface="Arial"/>
                <a:ea typeface="Arial"/>
                <a:cs typeface="Arial"/>
              </a:defRPr>
            </a:lvl5pPr>
            <a:lvl6pPr algn="l">
              <a:buNone/>
              <a:defRPr sz="1725" b="0">
                <a:solidFill>
                  <a:srgbClr val="20334A"/>
                </a:solidFill>
                <a:latin typeface="Arial"/>
                <a:ea typeface="Arial"/>
                <a:cs typeface="Arial"/>
              </a:defRPr>
            </a:lvl6pPr>
            <a:lvl7pPr algn="l">
              <a:buNone/>
              <a:defRPr sz="1725" b="0">
                <a:solidFill>
                  <a:srgbClr val="20334A"/>
                </a:solidFill>
                <a:latin typeface="Arial"/>
                <a:ea typeface="Arial"/>
                <a:cs typeface="Arial"/>
              </a:defRPr>
            </a:lvl7pPr>
            <a:lvl8pPr algn="l">
              <a:buNone/>
              <a:defRPr sz="1725" b="0">
                <a:solidFill>
                  <a:srgbClr val="20334A"/>
                </a:solidFill>
                <a:latin typeface="Arial"/>
                <a:ea typeface="Arial"/>
                <a:cs typeface="Arial"/>
              </a:defRPr>
            </a:lvl8pPr>
            <a:lvl9pPr algn="l">
              <a:buNone/>
              <a:defRPr sz="1725" b="0">
                <a:solidFill>
                  <a:srgbClr val="20334A"/>
                </a:solidFill>
                <a:latin typeface="Arial"/>
                <a:ea typeface="Arial"/>
                <a:cs typeface="Arial"/>
              </a:defRPr>
            </a:lvl9pPr>
          </a:lstStyle>
          <a:p>
            <a:pPr marL="215900" indent="-101600" algn="l">
              <a:spcAft>
                <a:spcPts val="900"/>
              </a:spcAft>
              <a:buChar char="•"/>
              <a:defRPr sz="1725" b="0">
                <a:solidFill>
                  <a:srgbClr val="20334A"/>
                </a:solidFill>
                <a:latin typeface="Arial"/>
                <a:ea typeface="Arial"/>
                <a:cs typeface="Arial"/>
              </a:defRPr>
            </a:pPr>
            <a:r>
              <a:t>Incoming chunks</a:t>
            </a:r>
          </a:p>
          <a:p>
            <a:pPr marL="215900" indent="-101600" algn="l">
              <a:spcAft>
                <a:spcPts val="900"/>
              </a:spcAft>
              <a:buChar char="•"/>
              <a:defRPr sz="1725" b="0">
                <a:solidFill>
                  <a:srgbClr val="20334A"/>
                </a:solidFill>
                <a:latin typeface="Arial"/>
                <a:ea typeface="Arial"/>
                <a:cs typeface="Arial"/>
              </a:defRPr>
            </a:pPr>
            <a:r>
              <a:t>State transitions</a:t>
            </a:r>
          </a:p>
          <a:p>
            <a:pPr marL="215900" indent="-101600" algn="l">
              <a:spcAft>
                <a:spcPts val="900"/>
              </a:spcAft>
              <a:buChar char="•"/>
              <a:defRPr sz="1725" b="0">
                <a:solidFill>
                  <a:srgbClr val="20334A"/>
                </a:solidFill>
                <a:latin typeface="Arial"/>
                <a:ea typeface="Arial"/>
                <a:cs typeface="Arial"/>
              </a:defRPr>
            </a:pPr>
            <a:r>
              <a:t>CRC and alignment</a:t>
            </a:r>
          </a:p>
          <a:p>
            <a:pPr marL="215900" indent="-101600" algn="l">
              <a:spcAft>
                <a:spcPts val="900"/>
              </a:spcAft>
              <a:buChar char="•"/>
              <a:defRPr sz="1725" b="0">
                <a:solidFill>
                  <a:srgbClr val="20334A"/>
                </a:solidFill>
                <a:latin typeface="Arial"/>
                <a:ea typeface="Arial"/>
                <a:cs typeface="Arial"/>
              </a:defRPr>
            </a:pPr>
            <a:r>
              <a:t>Accepted readings</a:t>
            </a:r>
          </a:p>
        </p:txBody>
      </p:sp>
      <p:cxnSp>
        <p:nvCxnSpPr>
          <p:cNvPr id="54" name="Straight Arrow Connector 53"/>
          <p:cNvCxnSpPr>
            <a:stCxn id="4" idx="3"/>
            <a:endCxn id="5" idx="1"/>
          </p:cNvCxnSpPr>
          <p:nvPr/>
        </p:nvCxnSpPr>
        <p:spPr>
          <a:xfrm>
            <a:off x="3581400" y="3524250"/>
            <a:ext cx="1066800" cy="0"/>
          </a:xfrm>
          <a:prstGeom prst="straightConnector1">
            <a:avLst/>
          </a:prstGeom>
          <a:ln w="19050">
            <a:solidFill>
              <a:srgbClr val="166D73"/>
            </a:solidFill>
            <a:tailEnd type="triangle" w="med" len="med"/>
          </a:ln>
        </p:spPr>
      </p:cxnSp>
      <p:cxnSp>
        <p:nvCxnSpPr>
          <p:cNvPr id="55" name="Straight Arrow Connector 54"/>
          <p:cNvCxnSpPr>
            <a:stCxn id="5" idx="3"/>
            <a:endCxn id="6" idx="1"/>
          </p:cNvCxnSpPr>
          <p:nvPr/>
        </p:nvCxnSpPr>
        <p:spPr>
          <a:xfrm>
            <a:off x="7543800" y="3524250"/>
            <a:ext cx="1066800" cy="0"/>
          </a:xfrm>
          <a:prstGeom prst="straightConnector1">
            <a:avLst/>
          </a:prstGeom>
          <a:ln w="19050">
            <a:solidFill>
              <a:srgbClr val="166D73"/>
            </a:solidFill>
            <a:tailEnd type="triangle" w="med" len="med"/>
          </a:ln>
        </p:spPr>
      </p:cxnSp>
      <p:sp>
        <p:nvSpPr>
          <p:cNvPr id="27" name="Text 40">
            <a:extLst>
              <a:ext uri="{FF2B5EF4-FFF2-40B4-BE49-F238E27FC236}">
                <a16:creationId xmlns:a16="http://schemas.microsoft.com/office/drawing/2014/main" id="{42421330-5EB7-4312-B491-C4113B7F2B79}"/>
              </a:ext>
            </a:extLst>
          </p:cNvPr>
          <p:cNvSpPr>
            <a:spLocks noGrp="1"/>
          </p:cNvSpPr>
          <p:nvPr/>
        </p:nvSpPr>
        <p:spPr>
          <a:xfrm>
            <a:off x="3619500" y="3009900"/>
            <a:ext cx="952500" cy="285750"/>
          </a:xfrm>
          <a:prstGeom prst="rect">
            <a:avLst/>
          </a:prstGeom>
          <a:noFill/>
          <a:ln w="0">
            <a:noFill/>
          </a:ln>
        </p:spPr>
        <p:txBody>
          <a:bodyPr wrap="square" lIns="0" tIns="0" rIns="0" bIns="0" anchor="t">
            <a:noAutofit/>
          </a:bodyPr>
          <a:lstStyle>
            <a:lvl1pPr algn="ctr">
              <a:buNone/>
              <a:defRPr sz="1650" b="1">
                <a:solidFill>
                  <a:srgbClr val="166D73"/>
                </a:solidFill>
                <a:latin typeface="Arial"/>
                <a:ea typeface="Arial"/>
                <a:cs typeface="Arial"/>
              </a:defRPr>
            </a:lvl1pPr>
            <a:lvl2pPr algn="ctr">
              <a:buNone/>
              <a:defRPr sz="1650" b="1">
                <a:solidFill>
                  <a:srgbClr val="166D73"/>
                </a:solidFill>
                <a:latin typeface="Arial"/>
                <a:ea typeface="Arial"/>
                <a:cs typeface="Arial"/>
              </a:defRPr>
            </a:lvl2pPr>
            <a:lvl3pPr algn="ctr">
              <a:buNone/>
              <a:defRPr sz="1650" b="1">
                <a:solidFill>
                  <a:srgbClr val="166D73"/>
                </a:solidFill>
                <a:latin typeface="Arial"/>
                <a:ea typeface="Arial"/>
                <a:cs typeface="Arial"/>
              </a:defRPr>
            </a:lvl3pPr>
            <a:lvl4pPr algn="ctr">
              <a:buNone/>
              <a:defRPr sz="1650" b="1">
                <a:solidFill>
                  <a:srgbClr val="166D73"/>
                </a:solidFill>
                <a:latin typeface="Arial"/>
                <a:ea typeface="Arial"/>
                <a:cs typeface="Arial"/>
              </a:defRPr>
            </a:lvl4pPr>
            <a:lvl5pPr algn="ctr">
              <a:buNone/>
              <a:defRPr sz="1650" b="1">
                <a:solidFill>
                  <a:srgbClr val="166D73"/>
                </a:solidFill>
                <a:latin typeface="Arial"/>
                <a:ea typeface="Arial"/>
                <a:cs typeface="Arial"/>
              </a:defRPr>
            </a:lvl5pPr>
            <a:lvl6pPr algn="ctr">
              <a:buNone/>
              <a:defRPr sz="1650" b="1">
                <a:solidFill>
                  <a:srgbClr val="166D73"/>
                </a:solidFill>
                <a:latin typeface="Arial"/>
                <a:ea typeface="Arial"/>
                <a:cs typeface="Arial"/>
              </a:defRPr>
            </a:lvl6pPr>
            <a:lvl7pPr algn="ctr">
              <a:buNone/>
              <a:defRPr sz="1650" b="1">
                <a:solidFill>
                  <a:srgbClr val="166D73"/>
                </a:solidFill>
                <a:latin typeface="Arial"/>
                <a:ea typeface="Arial"/>
                <a:cs typeface="Arial"/>
              </a:defRPr>
            </a:lvl7pPr>
            <a:lvl8pPr algn="ctr">
              <a:buNone/>
              <a:defRPr sz="1650" b="1">
                <a:solidFill>
                  <a:srgbClr val="166D73"/>
                </a:solidFill>
                <a:latin typeface="Arial"/>
                <a:ea typeface="Arial"/>
                <a:cs typeface="Arial"/>
              </a:defRPr>
            </a:lvl8pPr>
            <a:lvl9pPr algn="ctr">
              <a:buNone/>
              <a:defRPr sz="1650" b="1">
                <a:solidFill>
                  <a:srgbClr val="166D73"/>
                </a:solidFill>
                <a:latin typeface="Arial"/>
                <a:ea typeface="Arial"/>
                <a:cs typeface="Arial"/>
              </a:defRPr>
            </a:lvl9pPr>
          </a:lstStyle>
          <a:p>
            <a:pPr algn="ctr">
              <a:buNone/>
              <a:defRPr sz="1650" b="1">
                <a:solidFill>
                  <a:srgbClr val="166D73"/>
                </a:solidFill>
                <a:latin typeface="Arial"/>
                <a:ea typeface="Arial"/>
                <a:cs typeface="Arial"/>
              </a:defRPr>
            </a:pPr>
            <a:r>
              <a:rPr sz="1650" b="1">
                <a:solidFill>
                  <a:srgbClr val="166D73"/>
                </a:solidFill>
                <a:latin typeface="Arial"/>
                <a:ea typeface="Arial"/>
                <a:cs typeface="Arial"/>
              </a:rPr>
              <a:t>UDP</a:t>
            </a:r>
          </a:p>
        </p:txBody>
      </p:sp>
      <p:sp>
        <p:nvSpPr>
          <p:cNvPr id="28" name="Text 41">
            <a:extLst>
              <a:ext uri="{FF2B5EF4-FFF2-40B4-BE49-F238E27FC236}">
                <a16:creationId xmlns:a16="http://schemas.microsoft.com/office/drawing/2014/main" id="{BFB9C6D8-16ED-4C5E-A09D-09D8C4456160}"/>
              </a:ext>
            </a:extLst>
          </p:cNvPr>
          <p:cNvSpPr>
            <a:spLocks noGrp="1"/>
          </p:cNvSpPr>
          <p:nvPr/>
        </p:nvSpPr>
        <p:spPr>
          <a:xfrm>
            <a:off x="7543800" y="3009900"/>
            <a:ext cx="1047750" cy="285750"/>
          </a:xfrm>
          <a:prstGeom prst="rect">
            <a:avLst/>
          </a:prstGeom>
          <a:noFill/>
          <a:ln w="0">
            <a:noFill/>
          </a:ln>
        </p:spPr>
        <p:txBody>
          <a:bodyPr wrap="square" lIns="0" tIns="0" rIns="0" bIns="0" anchor="t">
            <a:noAutofit/>
          </a:bodyPr>
          <a:lstStyle>
            <a:lvl1pPr algn="ctr">
              <a:buNone/>
              <a:defRPr sz="1500" b="1">
                <a:solidFill>
                  <a:srgbClr val="166D73"/>
                </a:solidFill>
                <a:latin typeface="Arial"/>
                <a:ea typeface="Arial"/>
                <a:cs typeface="Arial"/>
              </a:defRPr>
            </a:lvl1pPr>
            <a:lvl2pPr algn="ctr">
              <a:buNone/>
              <a:defRPr sz="1500" b="1">
                <a:solidFill>
                  <a:srgbClr val="166D73"/>
                </a:solidFill>
                <a:latin typeface="Arial"/>
                <a:ea typeface="Arial"/>
                <a:cs typeface="Arial"/>
              </a:defRPr>
            </a:lvl2pPr>
            <a:lvl3pPr algn="ctr">
              <a:buNone/>
              <a:defRPr sz="1500" b="1">
                <a:solidFill>
                  <a:srgbClr val="166D73"/>
                </a:solidFill>
                <a:latin typeface="Arial"/>
                <a:ea typeface="Arial"/>
                <a:cs typeface="Arial"/>
              </a:defRPr>
            </a:lvl3pPr>
            <a:lvl4pPr algn="ctr">
              <a:buNone/>
              <a:defRPr sz="1500" b="1">
                <a:solidFill>
                  <a:srgbClr val="166D73"/>
                </a:solidFill>
                <a:latin typeface="Arial"/>
                <a:ea typeface="Arial"/>
                <a:cs typeface="Arial"/>
              </a:defRPr>
            </a:lvl4pPr>
            <a:lvl5pPr algn="ctr">
              <a:buNone/>
              <a:defRPr sz="1500" b="1">
                <a:solidFill>
                  <a:srgbClr val="166D73"/>
                </a:solidFill>
                <a:latin typeface="Arial"/>
                <a:ea typeface="Arial"/>
                <a:cs typeface="Arial"/>
              </a:defRPr>
            </a:lvl5pPr>
            <a:lvl6pPr algn="ctr">
              <a:buNone/>
              <a:defRPr sz="1500" b="1">
                <a:solidFill>
                  <a:srgbClr val="166D73"/>
                </a:solidFill>
                <a:latin typeface="Arial"/>
                <a:ea typeface="Arial"/>
                <a:cs typeface="Arial"/>
              </a:defRPr>
            </a:lvl6pPr>
            <a:lvl7pPr algn="ctr">
              <a:buNone/>
              <a:defRPr sz="1500" b="1">
                <a:solidFill>
                  <a:srgbClr val="166D73"/>
                </a:solidFill>
                <a:latin typeface="Arial"/>
                <a:ea typeface="Arial"/>
                <a:cs typeface="Arial"/>
              </a:defRPr>
            </a:lvl7pPr>
            <a:lvl8pPr algn="ctr">
              <a:buNone/>
              <a:defRPr sz="1500" b="1">
                <a:solidFill>
                  <a:srgbClr val="166D73"/>
                </a:solidFill>
                <a:latin typeface="Arial"/>
                <a:ea typeface="Arial"/>
                <a:cs typeface="Arial"/>
              </a:defRPr>
            </a:lvl8pPr>
            <a:lvl9pPr algn="ctr">
              <a:buNone/>
              <a:defRPr sz="1500" b="1">
                <a:solidFill>
                  <a:srgbClr val="166D73"/>
                </a:solidFill>
                <a:latin typeface="Arial"/>
                <a:ea typeface="Arial"/>
                <a:cs typeface="Arial"/>
              </a:defRPr>
            </a:lvl9pPr>
          </a:lstStyle>
          <a:p>
            <a:pPr algn="ctr">
              <a:buNone/>
              <a:defRPr sz="1500" b="1">
                <a:solidFill>
                  <a:srgbClr val="166D73"/>
                </a:solidFill>
                <a:latin typeface="Arial"/>
                <a:ea typeface="Arial"/>
                <a:cs typeface="Arial"/>
              </a:defRPr>
            </a:pPr>
            <a:r>
              <a:rPr sz="1500" b="1">
                <a:solidFill>
                  <a:srgbClr val="166D73"/>
                </a:solidFill>
                <a:latin typeface="Arial"/>
                <a:ea typeface="Arial"/>
                <a:cs typeface="Arial"/>
              </a:rPr>
              <a:t>WebSocket</a:t>
            </a:r>
          </a:p>
        </p:txBody>
      </p:sp>
      <p:sp>
        <p:nvSpPr>
          <p:cNvPr id="29" name="Text 42">
            <a:extLst>
              <a:ext uri="{FF2B5EF4-FFF2-40B4-BE49-F238E27FC236}">
                <a16:creationId xmlns:a16="http://schemas.microsoft.com/office/drawing/2014/main" id="{82D7FDE1-D1A4-443F-BC1E-22045DAB1D9D}"/>
              </a:ext>
            </a:extLst>
          </p:cNvPr>
          <p:cNvSpPr>
            <a:spLocks noGrp="1"/>
          </p:cNvSpPr>
          <p:nvPr/>
        </p:nvSpPr>
        <p:spPr>
          <a:xfrm>
            <a:off x="685800" y="5667375"/>
            <a:ext cx="10820400" cy="438150"/>
          </a:xfrm>
          <a:prstGeom prst="rect">
            <a:avLst/>
          </a:prstGeom>
          <a:noFill/>
          <a:ln w="0">
            <a:noFill/>
          </a:ln>
        </p:spPr>
        <p:txBody>
          <a:bodyPr wrap="square" lIns="0" tIns="0" rIns="0" bIns="0" anchor="t">
            <a:noAutofit/>
          </a:bodyPr>
          <a:lstStyle>
            <a:lvl1pPr algn="l">
              <a:buNone/>
              <a:defRPr sz="1800" b="0">
                <a:solidFill>
                  <a:srgbClr val="20334A"/>
                </a:solidFill>
                <a:latin typeface="Arial"/>
                <a:ea typeface="Arial"/>
                <a:cs typeface="Arial"/>
              </a:defRPr>
            </a:lvl1pPr>
            <a:lvl2pPr algn="l">
              <a:buNone/>
              <a:defRPr sz="1800" b="0">
                <a:solidFill>
                  <a:srgbClr val="20334A"/>
                </a:solidFill>
                <a:latin typeface="Arial"/>
                <a:ea typeface="Arial"/>
                <a:cs typeface="Arial"/>
              </a:defRPr>
            </a:lvl2pPr>
            <a:lvl3pPr algn="l">
              <a:buNone/>
              <a:defRPr sz="1800" b="0">
                <a:solidFill>
                  <a:srgbClr val="20334A"/>
                </a:solidFill>
                <a:latin typeface="Arial"/>
                <a:ea typeface="Arial"/>
                <a:cs typeface="Arial"/>
              </a:defRPr>
            </a:lvl3pPr>
            <a:lvl4pPr algn="l">
              <a:buNone/>
              <a:defRPr sz="1800" b="0">
                <a:solidFill>
                  <a:srgbClr val="20334A"/>
                </a:solidFill>
                <a:latin typeface="Arial"/>
                <a:ea typeface="Arial"/>
                <a:cs typeface="Arial"/>
              </a:defRPr>
            </a:lvl4pPr>
            <a:lvl5pPr algn="l">
              <a:buNone/>
              <a:defRPr sz="1800" b="0">
                <a:solidFill>
                  <a:srgbClr val="20334A"/>
                </a:solidFill>
                <a:latin typeface="Arial"/>
                <a:ea typeface="Arial"/>
                <a:cs typeface="Arial"/>
              </a:defRPr>
            </a:lvl5pPr>
            <a:lvl6pPr algn="l">
              <a:buNone/>
              <a:defRPr sz="1800" b="0">
                <a:solidFill>
                  <a:srgbClr val="20334A"/>
                </a:solidFill>
                <a:latin typeface="Arial"/>
                <a:ea typeface="Arial"/>
                <a:cs typeface="Arial"/>
              </a:defRPr>
            </a:lvl6pPr>
            <a:lvl7pPr algn="l">
              <a:buNone/>
              <a:defRPr sz="1800" b="0">
                <a:solidFill>
                  <a:srgbClr val="20334A"/>
                </a:solidFill>
                <a:latin typeface="Arial"/>
                <a:ea typeface="Arial"/>
                <a:cs typeface="Arial"/>
              </a:defRPr>
            </a:lvl7pPr>
            <a:lvl8pPr algn="l">
              <a:buNone/>
              <a:defRPr sz="1800" b="0">
                <a:solidFill>
                  <a:srgbClr val="20334A"/>
                </a:solidFill>
                <a:latin typeface="Arial"/>
                <a:ea typeface="Arial"/>
                <a:cs typeface="Arial"/>
              </a:defRPr>
            </a:lvl8pPr>
            <a:lvl9pPr algn="l">
              <a:buNone/>
              <a:defRPr sz="1800" b="0">
                <a:solidFill>
                  <a:srgbClr val="20334A"/>
                </a:solidFill>
                <a:latin typeface="Arial"/>
                <a:ea typeface="Arial"/>
                <a:cs typeface="Arial"/>
              </a:defRPr>
            </a:lvl9pPr>
          </a:lstStyle>
          <a:p>
            <a:pPr marL="215900" indent="-101600" algn="l">
              <a:spcAft>
                <a:spcPts val="900"/>
              </a:spcAft>
              <a:buChar char="•"/>
              <a:defRPr sz="1800" b="0">
                <a:solidFill>
                  <a:srgbClr val="20334A"/>
                </a:solidFill>
                <a:latin typeface="Arial"/>
                <a:ea typeface="Arial"/>
                <a:cs typeface="Arial"/>
              </a:defRPr>
            </a:pPr>
            <a:r>
              <a:t>UDP carries telemetry chunks. WebSocket carries receiver observations.</a:t>
            </a:r>
          </a:p>
        </p:txBody>
      </p:sp>
    </p:spTree>
    <p:extLst>
      <p:ext uri="{BB962C8B-B14F-4D97-AF65-F5344CB8AC3E}">
        <p14:creationId xmlns:p14="http://schemas.microsoft.com/office/powerpoint/2010/main" val="1497944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234C877F-5811-40D4-8D12-EE0ACFFB1754}"/>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Telemetry transmission unit</a:t>
            </a:r>
          </a:p>
        </p:txBody>
      </p:sp>
      <p:sp>
        <p:nvSpPr>
          <p:cNvPr id="4" name="Text 45">
            <a:extLst>
              <a:ext uri="{FF2B5EF4-FFF2-40B4-BE49-F238E27FC236}">
                <a16:creationId xmlns:a16="http://schemas.microsoft.com/office/drawing/2014/main" id="{695612FE-13D1-4354-B66E-387094490545}"/>
              </a:ext>
            </a:extLst>
          </p:cNvPr>
          <p:cNvSpPr>
            <a:spLocks noGrp="1"/>
          </p:cNvSpPr>
          <p:nvPr/>
        </p:nvSpPr>
        <p:spPr>
          <a:xfrm>
            <a:off x="685800" y="1285875"/>
            <a:ext cx="10820400" cy="419100"/>
          </a:xfrm>
          <a:prstGeom prst="rect">
            <a:avLst/>
          </a:prstGeom>
          <a:noFill/>
          <a:ln w="0">
            <a:noFill/>
          </a:ln>
        </p:spPr>
        <p:txBody>
          <a:bodyPr wrap="square" lIns="0" tIns="0" rIns="0" bIns="0" anchor="t">
            <a:noAutofit/>
          </a:bodyPr>
          <a:lstStyle>
            <a:lvl1pPr algn="l">
              <a:buNone/>
              <a:defRPr sz="2175" b="1">
                <a:solidFill>
                  <a:srgbClr val="166D73"/>
                </a:solidFill>
                <a:latin typeface="Arial"/>
                <a:ea typeface="Arial"/>
                <a:cs typeface="Arial"/>
              </a:defRPr>
            </a:lvl1pPr>
            <a:lvl2pPr algn="l">
              <a:buNone/>
              <a:defRPr sz="2175" b="1">
                <a:solidFill>
                  <a:srgbClr val="166D73"/>
                </a:solidFill>
                <a:latin typeface="Arial"/>
                <a:ea typeface="Arial"/>
                <a:cs typeface="Arial"/>
              </a:defRPr>
            </a:lvl2pPr>
            <a:lvl3pPr algn="l">
              <a:buNone/>
              <a:defRPr sz="2175" b="1">
                <a:solidFill>
                  <a:srgbClr val="166D73"/>
                </a:solidFill>
                <a:latin typeface="Arial"/>
                <a:ea typeface="Arial"/>
                <a:cs typeface="Arial"/>
              </a:defRPr>
            </a:lvl3pPr>
            <a:lvl4pPr algn="l">
              <a:buNone/>
              <a:defRPr sz="2175" b="1">
                <a:solidFill>
                  <a:srgbClr val="166D73"/>
                </a:solidFill>
                <a:latin typeface="Arial"/>
                <a:ea typeface="Arial"/>
                <a:cs typeface="Arial"/>
              </a:defRPr>
            </a:lvl4pPr>
            <a:lvl5pPr algn="l">
              <a:buNone/>
              <a:defRPr sz="2175" b="1">
                <a:solidFill>
                  <a:srgbClr val="166D73"/>
                </a:solidFill>
                <a:latin typeface="Arial"/>
                <a:ea typeface="Arial"/>
                <a:cs typeface="Arial"/>
              </a:defRPr>
            </a:lvl5pPr>
            <a:lvl6pPr algn="l">
              <a:buNone/>
              <a:defRPr sz="2175" b="1">
                <a:solidFill>
                  <a:srgbClr val="166D73"/>
                </a:solidFill>
                <a:latin typeface="Arial"/>
                <a:ea typeface="Arial"/>
                <a:cs typeface="Arial"/>
              </a:defRPr>
            </a:lvl6pPr>
            <a:lvl7pPr algn="l">
              <a:buNone/>
              <a:defRPr sz="2175" b="1">
                <a:solidFill>
                  <a:srgbClr val="166D73"/>
                </a:solidFill>
                <a:latin typeface="Arial"/>
                <a:ea typeface="Arial"/>
                <a:cs typeface="Arial"/>
              </a:defRPr>
            </a:lvl7pPr>
            <a:lvl8pPr algn="l">
              <a:buNone/>
              <a:defRPr sz="2175" b="1">
                <a:solidFill>
                  <a:srgbClr val="166D73"/>
                </a:solidFill>
                <a:latin typeface="Arial"/>
                <a:ea typeface="Arial"/>
                <a:cs typeface="Arial"/>
              </a:defRPr>
            </a:lvl8pPr>
            <a:lvl9pPr algn="l">
              <a:buNone/>
              <a:defRPr sz="2175" b="1">
                <a:solidFill>
                  <a:srgbClr val="166D73"/>
                </a:solidFill>
                <a:latin typeface="Arial"/>
                <a:ea typeface="Arial"/>
                <a:cs typeface="Arial"/>
              </a:defRPr>
            </a:lvl9pPr>
          </a:lstStyle>
          <a:p>
            <a:pPr algn="l">
              <a:buNone/>
              <a:defRPr sz="2175" b="1">
                <a:solidFill>
                  <a:srgbClr val="166D73"/>
                </a:solidFill>
                <a:latin typeface="Arial"/>
                <a:ea typeface="Arial"/>
                <a:cs typeface="Arial"/>
              </a:defRPr>
            </a:pPr>
            <a:r>
              <a:rPr sz="2175" b="1">
                <a:solidFill>
                  <a:srgbClr val="166D73"/>
                </a:solidFill>
                <a:latin typeface="Arial"/>
                <a:ea typeface="Arial"/>
                <a:cs typeface="Arial"/>
              </a:rPr>
              <a:t>260 bytes = 2,080 bits</a:t>
            </a:r>
          </a:p>
        </p:txBody>
      </p:sp>
      <p:sp>
        <p:nvSpPr>
          <p:cNvPr id="5" name="Diagram 46">
            <a:extLst>
              <a:ext uri="{FF2B5EF4-FFF2-40B4-BE49-F238E27FC236}">
                <a16:creationId xmlns:a16="http://schemas.microsoft.com/office/drawing/2014/main" id="{D060F17A-A486-4847-8A90-5E1672004D69}"/>
              </a:ext>
            </a:extLst>
          </p:cNvPr>
          <p:cNvSpPr>
            <a:spLocks noGrp="1"/>
          </p:cNvSpPr>
          <p:nvPr/>
        </p:nvSpPr>
        <p:spPr>
          <a:xfrm>
            <a:off x="685800" y="2019300"/>
            <a:ext cx="1219200" cy="876300"/>
          </a:xfrm>
          <a:prstGeom prst="rect">
            <a:avLst/>
          </a:prstGeom>
          <a:solidFill>
            <a:srgbClr val="EDF4F5"/>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ASM</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4 bytes</a:t>
            </a:r>
          </a:p>
        </p:txBody>
      </p:sp>
      <p:sp>
        <p:nvSpPr>
          <p:cNvPr id="6" name="Diagram 47">
            <a:extLst>
              <a:ext uri="{FF2B5EF4-FFF2-40B4-BE49-F238E27FC236}">
                <a16:creationId xmlns:a16="http://schemas.microsoft.com/office/drawing/2014/main" id="{96281235-ED23-4F83-972A-B8FE5F3DA4C2}"/>
              </a:ext>
            </a:extLst>
          </p:cNvPr>
          <p:cNvSpPr>
            <a:spLocks noGrp="1"/>
          </p:cNvSpPr>
          <p:nvPr/>
        </p:nvSpPr>
        <p:spPr>
          <a:xfrm>
            <a:off x="1905000" y="2019300"/>
            <a:ext cx="1543050" cy="8763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Sequence</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4 bytes</a:t>
            </a:r>
          </a:p>
        </p:txBody>
      </p:sp>
      <p:sp>
        <p:nvSpPr>
          <p:cNvPr id="7" name="Diagram 48">
            <a:extLst>
              <a:ext uri="{FF2B5EF4-FFF2-40B4-BE49-F238E27FC236}">
                <a16:creationId xmlns:a16="http://schemas.microsoft.com/office/drawing/2014/main" id="{36B6F0E8-65DF-4AF4-A3B2-929D1317F0D7}"/>
              </a:ext>
            </a:extLst>
          </p:cNvPr>
          <p:cNvSpPr>
            <a:spLocks noGrp="1"/>
          </p:cNvSpPr>
          <p:nvPr/>
        </p:nvSpPr>
        <p:spPr>
          <a:xfrm>
            <a:off x="3448050" y="2019300"/>
            <a:ext cx="1257300" cy="8763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Length</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2 bytes</a:t>
            </a:r>
          </a:p>
        </p:txBody>
      </p:sp>
      <p:sp>
        <p:nvSpPr>
          <p:cNvPr id="8" name="Diagram 49">
            <a:extLst>
              <a:ext uri="{FF2B5EF4-FFF2-40B4-BE49-F238E27FC236}">
                <a16:creationId xmlns:a16="http://schemas.microsoft.com/office/drawing/2014/main" id="{6496AD6D-6343-44CF-8F24-29E136EFA7ED}"/>
              </a:ext>
            </a:extLst>
          </p:cNvPr>
          <p:cNvSpPr>
            <a:spLocks noGrp="1"/>
          </p:cNvSpPr>
          <p:nvPr/>
        </p:nvSpPr>
        <p:spPr>
          <a:xfrm>
            <a:off x="4705350" y="2019300"/>
            <a:ext cx="1257300" cy="8763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Flags</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2 bytes</a:t>
            </a:r>
          </a:p>
        </p:txBody>
      </p:sp>
      <p:sp>
        <p:nvSpPr>
          <p:cNvPr id="9" name="Diagram 50">
            <a:extLst>
              <a:ext uri="{FF2B5EF4-FFF2-40B4-BE49-F238E27FC236}">
                <a16:creationId xmlns:a16="http://schemas.microsoft.com/office/drawing/2014/main" id="{39B3668D-74E0-4311-900D-48FE9AB38BE3}"/>
              </a:ext>
            </a:extLst>
          </p:cNvPr>
          <p:cNvSpPr>
            <a:spLocks noGrp="1"/>
          </p:cNvSpPr>
          <p:nvPr/>
        </p:nvSpPr>
        <p:spPr>
          <a:xfrm>
            <a:off x="5962650" y="2019300"/>
            <a:ext cx="3810000" cy="8763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Payload + padding</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246 bytes</a:t>
            </a:r>
          </a:p>
        </p:txBody>
      </p:sp>
      <p:sp>
        <p:nvSpPr>
          <p:cNvPr id="10" name="Diagram 51">
            <a:extLst>
              <a:ext uri="{FF2B5EF4-FFF2-40B4-BE49-F238E27FC236}">
                <a16:creationId xmlns:a16="http://schemas.microsoft.com/office/drawing/2014/main" id="{92C54E5D-6795-4CFA-9ACC-2D3B07CCE123}"/>
              </a:ext>
            </a:extLst>
          </p:cNvPr>
          <p:cNvSpPr>
            <a:spLocks noGrp="1"/>
          </p:cNvSpPr>
          <p:nvPr/>
        </p:nvSpPr>
        <p:spPr>
          <a:xfrm>
            <a:off x="9772650" y="2019300"/>
            <a:ext cx="1733550" cy="876300"/>
          </a:xfrm>
          <a:prstGeom prst="rect">
            <a:avLst/>
          </a:prstGeom>
          <a:solidFill>
            <a:srgbClr val="FBF3E6"/>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CRC-16</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2 bytes</a:t>
            </a:r>
          </a:p>
        </p:txBody>
      </p:sp>
      <p:cxnSp>
        <p:nvCxnSpPr>
          <p:cNvPr id="30" name="Connector 52"/>
          <p:cNvCxnSpPr/>
          <p:nvPr/>
        </p:nvCxnSpPr>
        <p:spPr>
          <a:xfrm>
            <a:off x="1905000" y="3086100"/>
            <a:ext cx="0" cy="85725"/>
          </a:xfrm>
          <a:prstGeom prst="straightConnector1">
            <a:avLst/>
          </a:prstGeom>
          <a:ln w="19050">
            <a:solidFill>
              <a:srgbClr val="166D73"/>
            </a:solidFill>
            <a:prstDash val="solid"/>
            <a:tailEnd type="none" w="med" len="med"/>
          </a:ln>
        </p:spPr>
      </p:cxnSp>
      <p:cxnSp>
        <p:nvCxnSpPr>
          <p:cNvPr id="31" name="Connector 53"/>
          <p:cNvCxnSpPr/>
          <p:nvPr/>
        </p:nvCxnSpPr>
        <p:spPr>
          <a:xfrm>
            <a:off x="1905000" y="3171825"/>
            <a:ext cx="9601200" cy="0"/>
          </a:xfrm>
          <a:prstGeom prst="straightConnector1">
            <a:avLst/>
          </a:prstGeom>
          <a:ln w="19050">
            <a:solidFill>
              <a:srgbClr val="166D73"/>
            </a:solidFill>
            <a:prstDash val="solid"/>
            <a:tailEnd type="none" w="med" len="med"/>
          </a:ln>
        </p:spPr>
      </p:cxnSp>
      <p:cxnSp>
        <p:nvCxnSpPr>
          <p:cNvPr id="32" name="Connector 54"/>
          <p:cNvCxnSpPr/>
          <p:nvPr/>
        </p:nvCxnSpPr>
        <p:spPr>
          <a:xfrm flipV="1">
            <a:off x="11506200" y="3086100"/>
            <a:ext cx="0" cy="85725"/>
          </a:xfrm>
          <a:prstGeom prst="straightConnector1">
            <a:avLst/>
          </a:prstGeom>
          <a:ln w="19050">
            <a:solidFill>
              <a:srgbClr val="166D73"/>
            </a:solidFill>
            <a:prstDash val="solid"/>
            <a:tailEnd type="none" w="med" len="med"/>
          </a:ln>
        </p:spPr>
      </p:cxnSp>
      <p:sp>
        <p:nvSpPr>
          <p:cNvPr id="14" name="Text 55">
            <a:extLst>
              <a:ext uri="{FF2B5EF4-FFF2-40B4-BE49-F238E27FC236}">
                <a16:creationId xmlns:a16="http://schemas.microsoft.com/office/drawing/2014/main" id="{602194BC-F23A-44AC-AB3D-CBFAB5DE89CD}"/>
              </a:ext>
            </a:extLst>
          </p:cNvPr>
          <p:cNvSpPr>
            <a:spLocks noGrp="1"/>
          </p:cNvSpPr>
          <p:nvPr/>
        </p:nvSpPr>
        <p:spPr>
          <a:xfrm>
            <a:off x="1905000" y="3248025"/>
            <a:ext cx="9601200" cy="266700"/>
          </a:xfrm>
          <a:prstGeom prst="rect">
            <a:avLst/>
          </a:prstGeom>
          <a:noFill/>
          <a:ln w="0">
            <a:noFill/>
          </a:ln>
        </p:spPr>
        <p:txBody>
          <a:bodyPr wrap="square" lIns="0" tIns="0" rIns="0" bIns="0" anchor="t">
            <a:noAutofit/>
          </a:bodyPr>
          <a:lstStyle>
            <a:lvl1pPr algn="ctr">
              <a:buNone/>
              <a:defRPr sz="1575" b="0">
                <a:solidFill>
                  <a:srgbClr val="166D73"/>
                </a:solidFill>
                <a:latin typeface="Arial"/>
                <a:ea typeface="Arial"/>
                <a:cs typeface="Arial"/>
              </a:defRPr>
            </a:lvl1pPr>
            <a:lvl2pPr algn="ctr">
              <a:buNone/>
              <a:defRPr sz="1575" b="0">
                <a:solidFill>
                  <a:srgbClr val="166D73"/>
                </a:solidFill>
                <a:latin typeface="Arial"/>
                <a:ea typeface="Arial"/>
                <a:cs typeface="Arial"/>
              </a:defRPr>
            </a:lvl2pPr>
            <a:lvl3pPr algn="ctr">
              <a:buNone/>
              <a:defRPr sz="1575" b="0">
                <a:solidFill>
                  <a:srgbClr val="166D73"/>
                </a:solidFill>
                <a:latin typeface="Arial"/>
                <a:ea typeface="Arial"/>
                <a:cs typeface="Arial"/>
              </a:defRPr>
            </a:lvl3pPr>
            <a:lvl4pPr algn="ctr">
              <a:buNone/>
              <a:defRPr sz="1575" b="0">
                <a:solidFill>
                  <a:srgbClr val="166D73"/>
                </a:solidFill>
                <a:latin typeface="Arial"/>
                <a:ea typeface="Arial"/>
                <a:cs typeface="Arial"/>
              </a:defRPr>
            </a:lvl4pPr>
            <a:lvl5pPr algn="ctr">
              <a:buNone/>
              <a:defRPr sz="1575" b="0">
                <a:solidFill>
                  <a:srgbClr val="166D73"/>
                </a:solidFill>
                <a:latin typeface="Arial"/>
                <a:ea typeface="Arial"/>
                <a:cs typeface="Arial"/>
              </a:defRPr>
            </a:lvl5pPr>
            <a:lvl6pPr algn="ctr">
              <a:buNone/>
              <a:defRPr sz="1575" b="0">
                <a:solidFill>
                  <a:srgbClr val="166D73"/>
                </a:solidFill>
                <a:latin typeface="Arial"/>
                <a:ea typeface="Arial"/>
                <a:cs typeface="Arial"/>
              </a:defRPr>
            </a:lvl6pPr>
            <a:lvl7pPr algn="ctr">
              <a:buNone/>
              <a:defRPr sz="1575" b="0">
                <a:solidFill>
                  <a:srgbClr val="166D73"/>
                </a:solidFill>
                <a:latin typeface="Arial"/>
                <a:ea typeface="Arial"/>
                <a:cs typeface="Arial"/>
              </a:defRPr>
            </a:lvl7pPr>
            <a:lvl8pPr algn="ctr">
              <a:buNone/>
              <a:defRPr sz="1575" b="0">
                <a:solidFill>
                  <a:srgbClr val="166D73"/>
                </a:solidFill>
                <a:latin typeface="Arial"/>
                <a:ea typeface="Arial"/>
                <a:cs typeface="Arial"/>
              </a:defRPr>
            </a:lvl8pPr>
            <a:lvl9pPr algn="ctr">
              <a:buNone/>
              <a:defRPr sz="1575" b="0">
                <a:solidFill>
                  <a:srgbClr val="166D73"/>
                </a:solidFill>
                <a:latin typeface="Arial"/>
                <a:ea typeface="Arial"/>
                <a:cs typeface="Arial"/>
              </a:defRPr>
            </a:lvl9pPr>
          </a:lstStyle>
          <a:p>
            <a:pPr algn="ctr">
              <a:buNone/>
              <a:defRPr sz="1575" b="0">
                <a:solidFill>
                  <a:srgbClr val="166D73"/>
                </a:solidFill>
                <a:latin typeface="Arial"/>
                <a:ea typeface="Arial"/>
                <a:cs typeface="Arial"/>
              </a:defRPr>
            </a:pPr>
            <a:r>
              <a:rPr sz="1575" b="0">
                <a:solidFill>
                  <a:srgbClr val="166D73"/>
                </a:solidFill>
                <a:latin typeface="Arial"/>
                <a:ea typeface="Arial"/>
                <a:cs typeface="Arial"/>
              </a:rPr>
              <a:t>Custom frame body: 256 bytes</a:t>
            </a:r>
          </a:p>
        </p:txBody>
      </p:sp>
      <p:cxnSp>
        <p:nvCxnSpPr>
          <p:cNvPr id="34" name="Connector 56"/>
          <p:cNvCxnSpPr/>
          <p:nvPr/>
        </p:nvCxnSpPr>
        <p:spPr>
          <a:xfrm>
            <a:off x="685800" y="3714750"/>
            <a:ext cx="0" cy="85725"/>
          </a:xfrm>
          <a:prstGeom prst="straightConnector1">
            <a:avLst/>
          </a:prstGeom>
          <a:ln w="19050">
            <a:solidFill>
              <a:srgbClr val="166D73"/>
            </a:solidFill>
            <a:prstDash val="solid"/>
            <a:tailEnd type="none" w="med" len="med"/>
          </a:ln>
        </p:spPr>
      </p:cxnSp>
      <p:cxnSp>
        <p:nvCxnSpPr>
          <p:cNvPr id="35" name="Connector 57"/>
          <p:cNvCxnSpPr/>
          <p:nvPr/>
        </p:nvCxnSpPr>
        <p:spPr>
          <a:xfrm>
            <a:off x="685800" y="3800475"/>
            <a:ext cx="10820400" cy="0"/>
          </a:xfrm>
          <a:prstGeom prst="straightConnector1">
            <a:avLst/>
          </a:prstGeom>
          <a:ln w="19050">
            <a:solidFill>
              <a:srgbClr val="166D73"/>
            </a:solidFill>
            <a:prstDash val="solid"/>
            <a:tailEnd type="none" w="med" len="med"/>
          </a:ln>
        </p:spPr>
      </p:cxnSp>
      <p:cxnSp>
        <p:nvCxnSpPr>
          <p:cNvPr id="36" name="Connector 58"/>
          <p:cNvCxnSpPr/>
          <p:nvPr/>
        </p:nvCxnSpPr>
        <p:spPr>
          <a:xfrm flipV="1">
            <a:off x="11506200" y="3714750"/>
            <a:ext cx="0" cy="85725"/>
          </a:xfrm>
          <a:prstGeom prst="straightConnector1">
            <a:avLst/>
          </a:prstGeom>
          <a:ln w="19050">
            <a:solidFill>
              <a:srgbClr val="166D73"/>
            </a:solidFill>
            <a:prstDash val="solid"/>
            <a:tailEnd type="none" w="med" len="med"/>
          </a:ln>
        </p:spPr>
      </p:cxnSp>
      <p:sp>
        <p:nvSpPr>
          <p:cNvPr id="18" name="Text 59">
            <a:extLst>
              <a:ext uri="{FF2B5EF4-FFF2-40B4-BE49-F238E27FC236}">
                <a16:creationId xmlns:a16="http://schemas.microsoft.com/office/drawing/2014/main" id="{869F7498-47E7-4B5A-901F-D5A785A84B50}"/>
              </a:ext>
            </a:extLst>
          </p:cNvPr>
          <p:cNvSpPr>
            <a:spLocks noGrp="1"/>
          </p:cNvSpPr>
          <p:nvPr/>
        </p:nvSpPr>
        <p:spPr>
          <a:xfrm>
            <a:off x="685800" y="3876675"/>
            <a:ext cx="10820400" cy="266700"/>
          </a:xfrm>
          <a:prstGeom prst="rect">
            <a:avLst/>
          </a:prstGeom>
          <a:noFill/>
          <a:ln w="0">
            <a:noFill/>
          </a:ln>
        </p:spPr>
        <p:txBody>
          <a:bodyPr wrap="square" lIns="0" tIns="0" rIns="0" bIns="0" anchor="t">
            <a:noAutofit/>
          </a:bodyPr>
          <a:lstStyle>
            <a:lvl1pPr algn="ctr">
              <a:buNone/>
              <a:defRPr sz="1575" b="0">
                <a:solidFill>
                  <a:srgbClr val="166D73"/>
                </a:solidFill>
                <a:latin typeface="Arial"/>
                <a:ea typeface="Arial"/>
                <a:cs typeface="Arial"/>
              </a:defRPr>
            </a:lvl1pPr>
            <a:lvl2pPr algn="ctr">
              <a:buNone/>
              <a:defRPr sz="1575" b="0">
                <a:solidFill>
                  <a:srgbClr val="166D73"/>
                </a:solidFill>
                <a:latin typeface="Arial"/>
                <a:ea typeface="Arial"/>
                <a:cs typeface="Arial"/>
              </a:defRPr>
            </a:lvl2pPr>
            <a:lvl3pPr algn="ctr">
              <a:buNone/>
              <a:defRPr sz="1575" b="0">
                <a:solidFill>
                  <a:srgbClr val="166D73"/>
                </a:solidFill>
                <a:latin typeface="Arial"/>
                <a:ea typeface="Arial"/>
                <a:cs typeface="Arial"/>
              </a:defRPr>
            </a:lvl3pPr>
            <a:lvl4pPr algn="ctr">
              <a:buNone/>
              <a:defRPr sz="1575" b="0">
                <a:solidFill>
                  <a:srgbClr val="166D73"/>
                </a:solidFill>
                <a:latin typeface="Arial"/>
                <a:ea typeface="Arial"/>
                <a:cs typeface="Arial"/>
              </a:defRPr>
            </a:lvl4pPr>
            <a:lvl5pPr algn="ctr">
              <a:buNone/>
              <a:defRPr sz="1575" b="0">
                <a:solidFill>
                  <a:srgbClr val="166D73"/>
                </a:solidFill>
                <a:latin typeface="Arial"/>
                <a:ea typeface="Arial"/>
                <a:cs typeface="Arial"/>
              </a:defRPr>
            </a:lvl5pPr>
            <a:lvl6pPr algn="ctr">
              <a:buNone/>
              <a:defRPr sz="1575" b="0">
                <a:solidFill>
                  <a:srgbClr val="166D73"/>
                </a:solidFill>
                <a:latin typeface="Arial"/>
                <a:ea typeface="Arial"/>
                <a:cs typeface="Arial"/>
              </a:defRPr>
            </a:lvl6pPr>
            <a:lvl7pPr algn="ctr">
              <a:buNone/>
              <a:defRPr sz="1575" b="0">
                <a:solidFill>
                  <a:srgbClr val="166D73"/>
                </a:solidFill>
                <a:latin typeface="Arial"/>
                <a:ea typeface="Arial"/>
                <a:cs typeface="Arial"/>
              </a:defRPr>
            </a:lvl7pPr>
            <a:lvl8pPr algn="ctr">
              <a:buNone/>
              <a:defRPr sz="1575" b="0">
                <a:solidFill>
                  <a:srgbClr val="166D73"/>
                </a:solidFill>
                <a:latin typeface="Arial"/>
                <a:ea typeface="Arial"/>
                <a:cs typeface="Arial"/>
              </a:defRPr>
            </a:lvl8pPr>
            <a:lvl9pPr algn="ctr">
              <a:buNone/>
              <a:defRPr sz="1575" b="0">
                <a:solidFill>
                  <a:srgbClr val="166D73"/>
                </a:solidFill>
                <a:latin typeface="Arial"/>
                <a:ea typeface="Arial"/>
                <a:cs typeface="Arial"/>
              </a:defRPr>
            </a:lvl9pPr>
          </a:lstStyle>
          <a:p>
            <a:pPr algn="ctr">
              <a:buNone/>
              <a:defRPr sz="1575" b="0">
                <a:solidFill>
                  <a:srgbClr val="166D73"/>
                </a:solidFill>
                <a:latin typeface="Arial"/>
                <a:ea typeface="Arial"/>
                <a:cs typeface="Arial"/>
              </a:defRPr>
            </a:pPr>
            <a:r>
              <a:rPr sz="1575" b="0">
                <a:solidFill>
                  <a:srgbClr val="166D73"/>
                </a:solidFill>
                <a:latin typeface="Arial"/>
                <a:ea typeface="Arial"/>
                <a:cs typeface="Arial"/>
              </a:rPr>
              <a:t>Complete transmission unit: 260 bytes</a:t>
            </a:r>
          </a:p>
        </p:txBody>
      </p:sp>
      <p:sp>
        <p:nvSpPr>
          <p:cNvPr id="19" name="Text 60">
            <a:extLst>
              <a:ext uri="{FF2B5EF4-FFF2-40B4-BE49-F238E27FC236}">
                <a16:creationId xmlns:a16="http://schemas.microsoft.com/office/drawing/2014/main" id="{3F2016E9-C18E-485A-BDC2-441200E28961}"/>
              </a:ext>
            </a:extLst>
          </p:cNvPr>
          <p:cNvSpPr>
            <a:spLocks noGrp="1"/>
          </p:cNvSpPr>
          <p:nvPr/>
        </p:nvSpPr>
        <p:spPr>
          <a:xfrm>
            <a:off x="685800" y="4610100"/>
            <a:ext cx="10820400" cy="1457325"/>
          </a:xfrm>
          <a:prstGeom prst="rect">
            <a:avLst/>
          </a:prstGeom>
          <a:noFill/>
          <a:ln w="0">
            <a:noFill/>
          </a:ln>
        </p:spPr>
        <p:txBody>
          <a:bodyPr wrap="square" lIns="0" tIns="0" rIns="0" bIns="0" anchor="t">
            <a:noAutofit/>
          </a:bodyPr>
          <a:lstStyle>
            <a:lvl1pPr algn="l">
              <a:buNone/>
              <a:defRPr sz="1800" b="0">
                <a:solidFill>
                  <a:srgbClr val="20334A"/>
                </a:solidFill>
                <a:latin typeface="Arial"/>
                <a:ea typeface="Arial"/>
                <a:cs typeface="Arial"/>
              </a:defRPr>
            </a:lvl1pPr>
            <a:lvl2pPr algn="l">
              <a:buNone/>
              <a:defRPr sz="1800" b="0">
                <a:solidFill>
                  <a:srgbClr val="20334A"/>
                </a:solidFill>
                <a:latin typeface="Arial"/>
                <a:ea typeface="Arial"/>
                <a:cs typeface="Arial"/>
              </a:defRPr>
            </a:lvl2pPr>
            <a:lvl3pPr algn="l">
              <a:buNone/>
              <a:defRPr sz="1800" b="0">
                <a:solidFill>
                  <a:srgbClr val="20334A"/>
                </a:solidFill>
                <a:latin typeface="Arial"/>
                <a:ea typeface="Arial"/>
                <a:cs typeface="Arial"/>
              </a:defRPr>
            </a:lvl3pPr>
            <a:lvl4pPr algn="l">
              <a:buNone/>
              <a:defRPr sz="1800" b="0">
                <a:solidFill>
                  <a:srgbClr val="20334A"/>
                </a:solidFill>
                <a:latin typeface="Arial"/>
                <a:ea typeface="Arial"/>
                <a:cs typeface="Arial"/>
              </a:defRPr>
            </a:lvl4pPr>
            <a:lvl5pPr algn="l">
              <a:buNone/>
              <a:defRPr sz="1800" b="0">
                <a:solidFill>
                  <a:srgbClr val="20334A"/>
                </a:solidFill>
                <a:latin typeface="Arial"/>
                <a:ea typeface="Arial"/>
                <a:cs typeface="Arial"/>
              </a:defRPr>
            </a:lvl5pPr>
            <a:lvl6pPr algn="l">
              <a:buNone/>
              <a:defRPr sz="1800" b="0">
                <a:solidFill>
                  <a:srgbClr val="20334A"/>
                </a:solidFill>
                <a:latin typeface="Arial"/>
                <a:ea typeface="Arial"/>
                <a:cs typeface="Arial"/>
              </a:defRPr>
            </a:lvl6pPr>
            <a:lvl7pPr algn="l">
              <a:buNone/>
              <a:defRPr sz="1800" b="0">
                <a:solidFill>
                  <a:srgbClr val="20334A"/>
                </a:solidFill>
                <a:latin typeface="Arial"/>
                <a:ea typeface="Arial"/>
                <a:cs typeface="Arial"/>
              </a:defRPr>
            </a:lvl7pPr>
            <a:lvl8pPr algn="l">
              <a:buNone/>
              <a:defRPr sz="1800" b="0">
                <a:solidFill>
                  <a:srgbClr val="20334A"/>
                </a:solidFill>
                <a:latin typeface="Arial"/>
                <a:ea typeface="Arial"/>
                <a:cs typeface="Arial"/>
              </a:defRPr>
            </a:lvl8pPr>
            <a:lvl9pPr algn="l">
              <a:buNone/>
              <a:defRPr sz="1800" b="0">
                <a:solidFill>
                  <a:srgbClr val="20334A"/>
                </a:solidFill>
                <a:latin typeface="Arial"/>
                <a:ea typeface="Arial"/>
                <a:cs typeface="Arial"/>
              </a:defRPr>
            </a:lvl9pPr>
          </a:lstStyle>
          <a:p>
            <a:pPr marL="215900" indent="-101600" algn="l">
              <a:spcAft>
                <a:spcPts val="900"/>
              </a:spcAft>
              <a:buChar char="•"/>
              <a:defRPr sz="1800" b="0">
                <a:solidFill>
                  <a:srgbClr val="20334A"/>
                </a:solidFill>
                <a:latin typeface="Arial"/>
                <a:ea typeface="Arial"/>
                <a:cs typeface="Arial"/>
              </a:defRPr>
            </a:pPr>
            <a:r>
              <a:t>ASM marks a possible start. Sequence, length and flags form the 8-byte header.</a:t>
            </a:r>
          </a:p>
          <a:p>
            <a:pPr marL="215900" indent="-101600" algn="l">
              <a:spcAft>
                <a:spcPts val="900"/>
              </a:spcAft>
              <a:buChar char="•"/>
              <a:defRPr sz="1800" b="0">
                <a:solidFill>
                  <a:srgbClr val="20334A"/>
                </a:solidFill>
                <a:latin typeface="Arial"/>
                <a:ea typeface="Arial"/>
                <a:cs typeface="Arial"/>
              </a:defRPr>
            </a:pPr>
            <a:r>
              <a:t>The default payload contains 12 telemetry bytes and 234 zero-padding bytes.</a:t>
            </a:r>
          </a:p>
          <a:p>
            <a:pPr marL="215900" indent="-101600" algn="l">
              <a:spcAft>
                <a:spcPts val="900"/>
              </a:spcAft>
              <a:buChar char="•"/>
              <a:defRPr sz="1800" b="0">
                <a:solidFill>
                  <a:srgbClr val="20334A"/>
                </a:solidFill>
                <a:latin typeface="Arial"/>
                <a:ea typeface="Arial"/>
                <a:cs typeface="Arial"/>
              </a:defRPr>
            </a:pPr>
            <a:r>
              <a:t>The CRC is an additional check value. Readings remain in the payload.</a:t>
            </a:r>
          </a:p>
        </p:txBody>
      </p:sp>
    </p:spTree>
    <p:extLst>
      <p:ext uri="{BB962C8B-B14F-4D97-AF65-F5344CB8AC3E}">
        <p14:creationId xmlns:p14="http://schemas.microsoft.com/office/powerpoint/2010/main" val="1442430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7D1ADE5D-A722-4609-88CA-8742255449E0}"/>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Persistent buffering between arrivals</a:t>
            </a:r>
          </a:p>
        </p:txBody>
      </p:sp>
      <p:sp>
        <p:nvSpPr>
          <p:cNvPr id="4" name="Text 63">
            <a:extLst>
              <a:ext uri="{FF2B5EF4-FFF2-40B4-BE49-F238E27FC236}">
                <a16:creationId xmlns:a16="http://schemas.microsoft.com/office/drawing/2014/main" id="{D39DD992-6679-4988-909F-2B6C10262A1F}"/>
              </a:ext>
            </a:extLst>
          </p:cNvPr>
          <p:cNvSpPr>
            <a:spLocks noGrp="1"/>
          </p:cNvSpPr>
          <p:nvPr/>
        </p:nvSpPr>
        <p:spPr>
          <a:xfrm>
            <a:off x="685800" y="1333500"/>
            <a:ext cx="10820400" cy="1428750"/>
          </a:xfrm>
          <a:prstGeom prst="rect">
            <a:avLst/>
          </a:prstGeom>
          <a:noFill/>
          <a:ln w="0">
            <a:noFill/>
          </a:ln>
        </p:spPr>
        <p:txBody>
          <a:bodyPr wrap="square" lIns="0" tIns="0" rIns="0" bIns="0" anchor="t">
            <a:noAutofit/>
          </a:bodyPr>
          <a:lstStyle>
            <a:lvl1pPr algn="l">
              <a:buNone/>
              <a:defRPr sz="1875" b="0">
                <a:solidFill>
                  <a:srgbClr val="20334A"/>
                </a:solidFill>
                <a:latin typeface="Arial"/>
                <a:ea typeface="Arial"/>
                <a:cs typeface="Arial"/>
              </a:defRPr>
            </a:lvl1pPr>
            <a:lvl2pPr algn="l">
              <a:buNone/>
              <a:defRPr sz="1875" b="0">
                <a:solidFill>
                  <a:srgbClr val="20334A"/>
                </a:solidFill>
                <a:latin typeface="Arial"/>
                <a:ea typeface="Arial"/>
                <a:cs typeface="Arial"/>
              </a:defRPr>
            </a:lvl2pPr>
            <a:lvl3pPr algn="l">
              <a:buNone/>
              <a:defRPr sz="1875" b="0">
                <a:solidFill>
                  <a:srgbClr val="20334A"/>
                </a:solidFill>
                <a:latin typeface="Arial"/>
                <a:ea typeface="Arial"/>
                <a:cs typeface="Arial"/>
              </a:defRPr>
            </a:lvl3pPr>
            <a:lvl4pPr algn="l">
              <a:buNone/>
              <a:defRPr sz="1875" b="0">
                <a:solidFill>
                  <a:srgbClr val="20334A"/>
                </a:solidFill>
                <a:latin typeface="Arial"/>
                <a:ea typeface="Arial"/>
                <a:cs typeface="Arial"/>
              </a:defRPr>
            </a:lvl4pPr>
            <a:lvl5pPr algn="l">
              <a:buNone/>
              <a:defRPr sz="1875" b="0">
                <a:solidFill>
                  <a:srgbClr val="20334A"/>
                </a:solidFill>
                <a:latin typeface="Arial"/>
                <a:ea typeface="Arial"/>
                <a:cs typeface="Arial"/>
              </a:defRPr>
            </a:lvl5pPr>
            <a:lvl6pPr algn="l">
              <a:buNone/>
              <a:defRPr sz="1875" b="0">
                <a:solidFill>
                  <a:srgbClr val="20334A"/>
                </a:solidFill>
                <a:latin typeface="Arial"/>
                <a:ea typeface="Arial"/>
                <a:cs typeface="Arial"/>
              </a:defRPr>
            </a:lvl6pPr>
            <a:lvl7pPr algn="l">
              <a:buNone/>
              <a:defRPr sz="1875" b="0">
                <a:solidFill>
                  <a:srgbClr val="20334A"/>
                </a:solidFill>
                <a:latin typeface="Arial"/>
                <a:ea typeface="Arial"/>
                <a:cs typeface="Arial"/>
              </a:defRPr>
            </a:lvl7pPr>
            <a:lvl8pPr algn="l">
              <a:buNone/>
              <a:defRPr sz="1875" b="0">
                <a:solidFill>
                  <a:srgbClr val="20334A"/>
                </a:solidFill>
                <a:latin typeface="Arial"/>
                <a:ea typeface="Arial"/>
                <a:cs typeface="Arial"/>
              </a:defRPr>
            </a:lvl8pPr>
            <a:lvl9pPr algn="l">
              <a:buNone/>
              <a:defRPr sz="1875" b="0">
                <a:solidFill>
                  <a:srgbClr val="20334A"/>
                </a:solidFill>
                <a:latin typeface="Arial"/>
                <a:ea typeface="Arial"/>
                <a:cs typeface="Arial"/>
              </a:defRPr>
            </a:lvl9pPr>
          </a:lstStyle>
          <a:p>
            <a:pPr marL="215900" indent="-101600" algn="l">
              <a:spcAft>
                <a:spcPts val="900"/>
              </a:spcAft>
              <a:buChar char="•"/>
              <a:defRPr sz="1875" b="0">
                <a:solidFill>
                  <a:srgbClr val="20334A"/>
                </a:solidFill>
                <a:latin typeface="Arial"/>
                <a:ea typeface="Arial"/>
                <a:cs typeface="Arial"/>
              </a:defRPr>
            </a:pPr>
            <a:r>
              <a:t>The buffer retains unfinished data between datagrams.</a:t>
            </a:r>
          </a:p>
          <a:p>
            <a:pPr marL="215900" indent="-101600" algn="l">
              <a:spcAft>
                <a:spcPts val="900"/>
              </a:spcAft>
              <a:buChar char="•"/>
              <a:defRPr sz="1875" b="0">
                <a:solidFill>
                  <a:srgbClr val="20334A"/>
                </a:solidFill>
                <a:latin typeface="Arial"/>
                <a:ea typeface="Arial"/>
                <a:cs typeface="Arial"/>
              </a:defRPr>
            </a:pPr>
            <a:r>
              <a:t>New bits are appended. Processed bits are consumed or discarded.</a:t>
            </a:r>
          </a:p>
          <a:p>
            <a:pPr marL="215900" indent="-101600" algn="l">
              <a:spcAft>
                <a:spcPts val="900"/>
              </a:spcAft>
              <a:buChar char="•"/>
              <a:defRPr sz="1875" b="0">
                <a:solidFill>
                  <a:srgbClr val="20334A"/>
                </a:solidFill>
                <a:latin typeface="Arial"/>
                <a:ea typeface="Arial"/>
                <a:cs typeface="Arial"/>
              </a:defRPr>
            </a:pPr>
            <a:r>
              <a:t>A complete candidate needs 2,080 bits, starting at its ASM.</a:t>
            </a:r>
          </a:p>
        </p:txBody>
      </p:sp>
      <p:sp>
        <p:nvSpPr>
          <p:cNvPr id="5" name="Diagram 64">
            <a:extLst>
              <a:ext uri="{FF2B5EF4-FFF2-40B4-BE49-F238E27FC236}">
                <a16:creationId xmlns:a16="http://schemas.microsoft.com/office/drawing/2014/main" id="{FD7EEF65-17D2-466B-AA1C-7755327B49F9}"/>
              </a:ext>
            </a:extLst>
          </p:cNvPr>
          <p:cNvSpPr>
            <a:spLocks noGrp="1"/>
          </p:cNvSpPr>
          <p:nvPr/>
        </p:nvSpPr>
        <p:spPr>
          <a:xfrm>
            <a:off x="685800" y="3067050"/>
            <a:ext cx="1047750" cy="5334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Consolas"/>
                <a:ea typeface="Consolas"/>
                <a:cs typeface="Consolas"/>
              </a:defRPr>
            </a:lvl1pPr>
            <a:lvl2pPr algn="ctr">
              <a:buNone/>
              <a:defRPr sz="1800" b="0">
                <a:solidFill>
                  <a:srgbClr val="20334A"/>
                </a:solidFill>
                <a:latin typeface="Consolas"/>
                <a:ea typeface="Consolas"/>
                <a:cs typeface="Consolas"/>
              </a:defRPr>
            </a:lvl2pPr>
            <a:lvl3pPr algn="ctr">
              <a:buNone/>
              <a:defRPr sz="1800" b="0">
                <a:solidFill>
                  <a:srgbClr val="20334A"/>
                </a:solidFill>
                <a:latin typeface="Consolas"/>
                <a:ea typeface="Consolas"/>
                <a:cs typeface="Consolas"/>
              </a:defRPr>
            </a:lvl3pPr>
            <a:lvl4pPr algn="ctr">
              <a:buNone/>
              <a:defRPr sz="1800" b="0">
                <a:solidFill>
                  <a:srgbClr val="20334A"/>
                </a:solidFill>
                <a:latin typeface="Consolas"/>
                <a:ea typeface="Consolas"/>
                <a:cs typeface="Consolas"/>
              </a:defRPr>
            </a:lvl4pPr>
            <a:lvl5pPr algn="ctr">
              <a:buNone/>
              <a:defRPr sz="1800" b="0">
                <a:solidFill>
                  <a:srgbClr val="20334A"/>
                </a:solidFill>
                <a:latin typeface="Consolas"/>
                <a:ea typeface="Consolas"/>
                <a:cs typeface="Consolas"/>
              </a:defRPr>
            </a:lvl5pPr>
            <a:lvl6pPr algn="ctr">
              <a:buNone/>
              <a:defRPr sz="1800" b="0">
                <a:solidFill>
                  <a:srgbClr val="20334A"/>
                </a:solidFill>
                <a:latin typeface="Consolas"/>
                <a:ea typeface="Consolas"/>
                <a:cs typeface="Consolas"/>
              </a:defRPr>
            </a:lvl6pPr>
            <a:lvl7pPr algn="ctr">
              <a:buNone/>
              <a:defRPr sz="1800" b="0">
                <a:solidFill>
                  <a:srgbClr val="20334A"/>
                </a:solidFill>
                <a:latin typeface="Consolas"/>
                <a:ea typeface="Consolas"/>
                <a:cs typeface="Consolas"/>
              </a:defRPr>
            </a:lvl7pPr>
            <a:lvl8pPr algn="ctr">
              <a:buNone/>
              <a:defRPr sz="1800" b="0">
                <a:solidFill>
                  <a:srgbClr val="20334A"/>
                </a:solidFill>
                <a:latin typeface="Consolas"/>
                <a:ea typeface="Consolas"/>
                <a:cs typeface="Consolas"/>
              </a:defRPr>
            </a:lvl8pPr>
            <a:lvl9pPr algn="ctr">
              <a:buNone/>
              <a:defRPr sz="1800" b="0">
                <a:solidFill>
                  <a:srgbClr val="20334A"/>
                </a:solidFill>
                <a:latin typeface="Consolas"/>
                <a:ea typeface="Consolas"/>
                <a:cs typeface="Consolas"/>
              </a:defRPr>
            </a:lvl9pPr>
          </a:lstStyle>
          <a:p>
            <a:pPr algn="ctr">
              <a:buNone/>
              <a:defRPr sz="1800" b="0">
                <a:solidFill>
                  <a:srgbClr val="20334A"/>
                </a:solidFill>
                <a:latin typeface="Consolas"/>
                <a:ea typeface="Consolas"/>
                <a:cs typeface="Consolas"/>
              </a:defRPr>
            </a:pPr>
            <a:r>
              <a:rPr sz="1800" b="0">
                <a:solidFill>
                  <a:srgbClr val="20334A"/>
                </a:solidFill>
                <a:latin typeface="Consolas"/>
                <a:ea typeface="Consolas"/>
                <a:cs typeface="Consolas"/>
              </a:rPr>
              <a:t>33 B</a:t>
            </a:r>
          </a:p>
        </p:txBody>
      </p:sp>
      <p:sp>
        <p:nvSpPr>
          <p:cNvPr id="6" name="Diagram 65">
            <a:extLst>
              <a:ext uri="{FF2B5EF4-FFF2-40B4-BE49-F238E27FC236}">
                <a16:creationId xmlns:a16="http://schemas.microsoft.com/office/drawing/2014/main" id="{FFC07E0B-CF76-4DCF-8596-E08AF3C54770}"/>
              </a:ext>
            </a:extLst>
          </p:cNvPr>
          <p:cNvSpPr>
            <a:spLocks noGrp="1"/>
          </p:cNvSpPr>
          <p:nvPr/>
        </p:nvSpPr>
        <p:spPr>
          <a:xfrm>
            <a:off x="1962150" y="3067050"/>
            <a:ext cx="1047750" cy="5334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Consolas"/>
                <a:ea typeface="Consolas"/>
                <a:cs typeface="Consolas"/>
              </a:defRPr>
            </a:lvl1pPr>
            <a:lvl2pPr algn="ctr">
              <a:buNone/>
              <a:defRPr sz="1800" b="0">
                <a:solidFill>
                  <a:srgbClr val="20334A"/>
                </a:solidFill>
                <a:latin typeface="Consolas"/>
                <a:ea typeface="Consolas"/>
                <a:cs typeface="Consolas"/>
              </a:defRPr>
            </a:lvl2pPr>
            <a:lvl3pPr algn="ctr">
              <a:buNone/>
              <a:defRPr sz="1800" b="0">
                <a:solidFill>
                  <a:srgbClr val="20334A"/>
                </a:solidFill>
                <a:latin typeface="Consolas"/>
                <a:ea typeface="Consolas"/>
                <a:cs typeface="Consolas"/>
              </a:defRPr>
            </a:lvl3pPr>
            <a:lvl4pPr algn="ctr">
              <a:buNone/>
              <a:defRPr sz="1800" b="0">
                <a:solidFill>
                  <a:srgbClr val="20334A"/>
                </a:solidFill>
                <a:latin typeface="Consolas"/>
                <a:ea typeface="Consolas"/>
                <a:cs typeface="Consolas"/>
              </a:defRPr>
            </a:lvl4pPr>
            <a:lvl5pPr algn="ctr">
              <a:buNone/>
              <a:defRPr sz="1800" b="0">
                <a:solidFill>
                  <a:srgbClr val="20334A"/>
                </a:solidFill>
                <a:latin typeface="Consolas"/>
                <a:ea typeface="Consolas"/>
                <a:cs typeface="Consolas"/>
              </a:defRPr>
            </a:lvl5pPr>
            <a:lvl6pPr algn="ctr">
              <a:buNone/>
              <a:defRPr sz="1800" b="0">
                <a:solidFill>
                  <a:srgbClr val="20334A"/>
                </a:solidFill>
                <a:latin typeface="Consolas"/>
                <a:ea typeface="Consolas"/>
                <a:cs typeface="Consolas"/>
              </a:defRPr>
            </a:lvl6pPr>
            <a:lvl7pPr algn="ctr">
              <a:buNone/>
              <a:defRPr sz="1800" b="0">
                <a:solidFill>
                  <a:srgbClr val="20334A"/>
                </a:solidFill>
                <a:latin typeface="Consolas"/>
                <a:ea typeface="Consolas"/>
                <a:cs typeface="Consolas"/>
              </a:defRPr>
            </a:lvl7pPr>
            <a:lvl8pPr algn="ctr">
              <a:buNone/>
              <a:defRPr sz="1800" b="0">
                <a:solidFill>
                  <a:srgbClr val="20334A"/>
                </a:solidFill>
                <a:latin typeface="Consolas"/>
                <a:ea typeface="Consolas"/>
                <a:cs typeface="Consolas"/>
              </a:defRPr>
            </a:lvl8pPr>
            <a:lvl9pPr algn="ctr">
              <a:buNone/>
              <a:defRPr sz="1800" b="0">
                <a:solidFill>
                  <a:srgbClr val="20334A"/>
                </a:solidFill>
                <a:latin typeface="Consolas"/>
                <a:ea typeface="Consolas"/>
                <a:cs typeface="Consolas"/>
              </a:defRPr>
            </a:lvl9pPr>
          </a:lstStyle>
          <a:p>
            <a:pPr algn="ctr">
              <a:buNone/>
              <a:defRPr sz="1800" b="0">
                <a:solidFill>
                  <a:srgbClr val="20334A"/>
                </a:solidFill>
                <a:latin typeface="Consolas"/>
                <a:ea typeface="Consolas"/>
                <a:cs typeface="Consolas"/>
              </a:defRPr>
            </a:pPr>
            <a:r>
              <a:rPr sz="1800" b="0">
                <a:solidFill>
                  <a:srgbClr val="20334A"/>
                </a:solidFill>
                <a:latin typeface="Consolas"/>
                <a:ea typeface="Consolas"/>
                <a:cs typeface="Consolas"/>
              </a:rPr>
              <a:t>48 B</a:t>
            </a:r>
          </a:p>
        </p:txBody>
      </p:sp>
      <p:sp>
        <p:nvSpPr>
          <p:cNvPr id="7" name="Diagram 66">
            <a:extLst>
              <a:ext uri="{FF2B5EF4-FFF2-40B4-BE49-F238E27FC236}">
                <a16:creationId xmlns:a16="http://schemas.microsoft.com/office/drawing/2014/main" id="{26657B86-86FE-4441-AF0B-9005BCBB2254}"/>
              </a:ext>
            </a:extLst>
          </p:cNvPr>
          <p:cNvSpPr>
            <a:spLocks noGrp="1"/>
          </p:cNvSpPr>
          <p:nvPr/>
        </p:nvSpPr>
        <p:spPr>
          <a:xfrm>
            <a:off x="3238500" y="3067050"/>
            <a:ext cx="1047750" cy="5334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Consolas"/>
                <a:ea typeface="Consolas"/>
                <a:cs typeface="Consolas"/>
              </a:defRPr>
            </a:lvl1pPr>
            <a:lvl2pPr algn="ctr">
              <a:buNone/>
              <a:defRPr sz="1800" b="0">
                <a:solidFill>
                  <a:srgbClr val="20334A"/>
                </a:solidFill>
                <a:latin typeface="Consolas"/>
                <a:ea typeface="Consolas"/>
                <a:cs typeface="Consolas"/>
              </a:defRPr>
            </a:lvl2pPr>
            <a:lvl3pPr algn="ctr">
              <a:buNone/>
              <a:defRPr sz="1800" b="0">
                <a:solidFill>
                  <a:srgbClr val="20334A"/>
                </a:solidFill>
                <a:latin typeface="Consolas"/>
                <a:ea typeface="Consolas"/>
                <a:cs typeface="Consolas"/>
              </a:defRPr>
            </a:lvl3pPr>
            <a:lvl4pPr algn="ctr">
              <a:buNone/>
              <a:defRPr sz="1800" b="0">
                <a:solidFill>
                  <a:srgbClr val="20334A"/>
                </a:solidFill>
                <a:latin typeface="Consolas"/>
                <a:ea typeface="Consolas"/>
                <a:cs typeface="Consolas"/>
              </a:defRPr>
            </a:lvl4pPr>
            <a:lvl5pPr algn="ctr">
              <a:buNone/>
              <a:defRPr sz="1800" b="0">
                <a:solidFill>
                  <a:srgbClr val="20334A"/>
                </a:solidFill>
                <a:latin typeface="Consolas"/>
                <a:ea typeface="Consolas"/>
                <a:cs typeface="Consolas"/>
              </a:defRPr>
            </a:lvl5pPr>
            <a:lvl6pPr algn="ctr">
              <a:buNone/>
              <a:defRPr sz="1800" b="0">
                <a:solidFill>
                  <a:srgbClr val="20334A"/>
                </a:solidFill>
                <a:latin typeface="Consolas"/>
                <a:ea typeface="Consolas"/>
                <a:cs typeface="Consolas"/>
              </a:defRPr>
            </a:lvl6pPr>
            <a:lvl7pPr algn="ctr">
              <a:buNone/>
              <a:defRPr sz="1800" b="0">
                <a:solidFill>
                  <a:srgbClr val="20334A"/>
                </a:solidFill>
                <a:latin typeface="Consolas"/>
                <a:ea typeface="Consolas"/>
                <a:cs typeface="Consolas"/>
              </a:defRPr>
            </a:lvl7pPr>
            <a:lvl8pPr algn="ctr">
              <a:buNone/>
              <a:defRPr sz="1800" b="0">
                <a:solidFill>
                  <a:srgbClr val="20334A"/>
                </a:solidFill>
                <a:latin typeface="Consolas"/>
                <a:ea typeface="Consolas"/>
                <a:cs typeface="Consolas"/>
              </a:defRPr>
            </a:lvl8pPr>
            <a:lvl9pPr algn="ctr">
              <a:buNone/>
              <a:defRPr sz="1800" b="0">
                <a:solidFill>
                  <a:srgbClr val="20334A"/>
                </a:solidFill>
                <a:latin typeface="Consolas"/>
                <a:ea typeface="Consolas"/>
                <a:cs typeface="Consolas"/>
              </a:defRPr>
            </a:lvl9pPr>
          </a:lstStyle>
          <a:p>
            <a:pPr algn="ctr">
              <a:buNone/>
              <a:defRPr sz="1800" b="0">
                <a:solidFill>
                  <a:srgbClr val="20334A"/>
                </a:solidFill>
                <a:latin typeface="Consolas"/>
                <a:ea typeface="Consolas"/>
                <a:cs typeface="Consolas"/>
              </a:defRPr>
            </a:pPr>
            <a:r>
              <a:rPr sz="1800" b="0">
                <a:solidFill>
                  <a:srgbClr val="20334A"/>
                </a:solidFill>
                <a:latin typeface="Consolas"/>
                <a:ea typeface="Consolas"/>
                <a:cs typeface="Consolas"/>
              </a:rPr>
              <a:t>57 B</a:t>
            </a:r>
          </a:p>
        </p:txBody>
      </p:sp>
      <p:sp>
        <p:nvSpPr>
          <p:cNvPr id="8" name="Diagram 67">
            <a:extLst>
              <a:ext uri="{FF2B5EF4-FFF2-40B4-BE49-F238E27FC236}">
                <a16:creationId xmlns:a16="http://schemas.microsoft.com/office/drawing/2014/main" id="{7D6017BB-EBFE-45CA-84A1-C42C8A694F1E}"/>
              </a:ext>
            </a:extLst>
          </p:cNvPr>
          <p:cNvSpPr>
            <a:spLocks noGrp="1"/>
          </p:cNvSpPr>
          <p:nvPr/>
        </p:nvSpPr>
        <p:spPr>
          <a:xfrm>
            <a:off x="4514850" y="3067050"/>
            <a:ext cx="1047750" cy="5334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Consolas"/>
                <a:ea typeface="Consolas"/>
                <a:cs typeface="Consolas"/>
              </a:defRPr>
            </a:lvl1pPr>
            <a:lvl2pPr algn="ctr">
              <a:buNone/>
              <a:defRPr sz="1800" b="0">
                <a:solidFill>
                  <a:srgbClr val="20334A"/>
                </a:solidFill>
                <a:latin typeface="Consolas"/>
                <a:ea typeface="Consolas"/>
                <a:cs typeface="Consolas"/>
              </a:defRPr>
            </a:lvl2pPr>
            <a:lvl3pPr algn="ctr">
              <a:buNone/>
              <a:defRPr sz="1800" b="0">
                <a:solidFill>
                  <a:srgbClr val="20334A"/>
                </a:solidFill>
                <a:latin typeface="Consolas"/>
                <a:ea typeface="Consolas"/>
                <a:cs typeface="Consolas"/>
              </a:defRPr>
            </a:lvl3pPr>
            <a:lvl4pPr algn="ctr">
              <a:buNone/>
              <a:defRPr sz="1800" b="0">
                <a:solidFill>
                  <a:srgbClr val="20334A"/>
                </a:solidFill>
                <a:latin typeface="Consolas"/>
                <a:ea typeface="Consolas"/>
                <a:cs typeface="Consolas"/>
              </a:defRPr>
            </a:lvl4pPr>
            <a:lvl5pPr algn="ctr">
              <a:buNone/>
              <a:defRPr sz="1800" b="0">
                <a:solidFill>
                  <a:srgbClr val="20334A"/>
                </a:solidFill>
                <a:latin typeface="Consolas"/>
                <a:ea typeface="Consolas"/>
                <a:cs typeface="Consolas"/>
              </a:defRPr>
            </a:lvl5pPr>
            <a:lvl6pPr algn="ctr">
              <a:buNone/>
              <a:defRPr sz="1800" b="0">
                <a:solidFill>
                  <a:srgbClr val="20334A"/>
                </a:solidFill>
                <a:latin typeface="Consolas"/>
                <a:ea typeface="Consolas"/>
                <a:cs typeface="Consolas"/>
              </a:defRPr>
            </a:lvl6pPr>
            <a:lvl7pPr algn="ctr">
              <a:buNone/>
              <a:defRPr sz="1800" b="0">
                <a:solidFill>
                  <a:srgbClr val="20334A"/>
                </a:solidFill>
                <a:latin typeface="Consolas"/>
                <a:ea typeface="Consolas"/>
                <a:cs typeface="Consolas"/>
              </a:defRPr>
            </a:lvl7pPr>
            <a:lvl8pPr algn="ctr">
              <a:buNone/>
              <a:defRPr sz="1800" b="0">
                <a:solidFill>
                  <a:srgbClr val="20334A"/>
                </a:solidFill>
                <a:latin typeface="Consolas"/>
                <a:ea typeface="Consolas"/>
                <a:cs typeface="Consolas"/>
              </a:defRPr>
            </a:lvl8pPr>
            <a:lvl9pPr algn="ctr">
              <a:buNone/>
              <a:defRPr sz="1800" b="0">
                <a:solidFill>
                  <a:srgbClr val="20334A"/>
                </a:solidFill>
                <a:latin typeface="Consolas"/>
                <a:ea typeface="Consolas"/>
                <a:cs typeface="Consolas"/>
              </a:defRPr>
            </a:lvl9pPr>
          </a:lstStyle>
          <a:p>
            <a:pPr algn="ctr">
              <a:buNone/>
              <a:defRPr sz="1800" b="0">
                <a:solidFill>
                  <a:srgbClr val="20334A"/>
                </a:solidFill>
                <a:latin typeface="Consolas"/>
                <a:ea typeface="Consolas"/>
                <a:cs typeface="Consolas"/>
              </a:defRPr>
            </a:pPr>
            <a:r>
              <a:rPr sz="1800" b="0">
                <a:solidFill>
                  <a:srgbClr val="20334A"/>
                </a:solidFill>
                <a:latin typeface="Consolas"/>
                <a:ea typeface="Consolas"/>
                <a:cs typeface="Consolas"/>
              </a:rPr>
              <a:t>48 B</a:t>
            </a:r>
          </a:p>
        </p:txBody>
      </p:sp>
      <p:sp>
        <p:nvSpPr>
          <p:cNvPr id="9" name="Diagram 68">
            <a:extLst>
              <a:ext uri="{FF2B5EF4-FFF2-40B4-BE49-F238E27FC236}">
                <a16:creationId xmlns:a16="http://schemas.microsoft.com/office/drawing/2014/main" id="{2938EF50-CEE8-4E79-A65B-5E2E47C3E719}"/>
              </a:ext>
            </a:extLst>
          </p:cNvPr>
          <p:cNvSpPr>
            <a:spLocks noGrp="1"/>
          </p:cNvSpPr>
          <p:nvPr/>
        </p:nvSpPr>
        <p:spPr>
          <a:xfrm>
            <a:off x="7200900" y="3067050"/>
            <a:ext cx="4305300" cy="5334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00" b="1">
                <a:solidFill>
                  <a:srgbClr val="20334A"/>
                </a:solidFill>
                <a:latin typeface="Arial"/>
                <a:ea typeface="Arial"/>
                <a:cs typeface="Arial"/>
              </a:defRPr>
            </a:lvl1pPr>
            <a:lvl2pPr algn="ctr">
              <a:buNone/>
              <a:defRPr sz="1800" b="1">
                <a:solidFill>
                  <a:srgbClr val="20334A"/>
                </a:solidFill>
                <a:latin typeface="Arial"/>
                <a:ea typeface="Arial"/>
                <a:cs typeface="Arial"/>
              </a:defRPr>
            </a:lvl2pPr>
            <a:lvl3pPr algn="ctr">
              <a:buNone/>
              <a:defRPr sz="1800" b="1">
                <a:solidFill>
                  <a:srgbClr val="20334A"/>
                </a:solidFill>
                <a:latin typeface="Arial"/>
                <a:ea typeface="Arial"/>
                <a:cs typeface="Arial"/>
              </a:defRPr>
            </a:lvl3pPr>
            <a:lvl4pPr algn="ctr">
              <a:buNone/>
              <a:defRPr sz="1800" b="1">
                <a:solidFill>
                  <a:srgbClr val="20334A"/>
                </a:solidFill>
                <a:latin typeface="Arial"/>
                <a:ea typeface="Arial"/>
                <a:cs typeface="Arial"/>
              </a:defRPr>
            </a:lvl4pPr>
            <a:lvl5pPr algn="ctr">
              <a:buNone/>
              <a:defRPr sz="1800" b="1">
                <a:solidFill>
                  <a:srgbClr val="20334A"/>
                </a:solidFill>
                <a:latin typeface="Arial"/>
                <a:ea typeface="Arial"/>
                <a:cs typeface="Arial"/>
              </a:defRPr>
            </a:lvl5pPr>
            <a:lvl6pPr algn="ctr">
              <a:buNone/>
              <a:defRPr sz="1800" b="1">
                <a:solidFill>
                  <a:srgbClr val="20334A"/>
                </a:solidFill>
                <a:latin typeface="Arial"/>
                <a:ea typeface="Arial"/>
                <a:cs typeface="Arial"/>
              </a:defRPr>
            </a:lvl6pPr>
            <a:lvl7pPr algn="ctr">
              <a:buNone/>
              <a:defRPr sz="1800" b="1">
                <a:solidFill>
                  <a:srgbClr val="20334A"/>
                </a:solidFill>
                <a:latin typeface="Arial"/>
                <a:ea typeface="Arial"/>
                <a:cs typeface="Arial"/>
              </a:defRPr>
            </a:lvl7pPr>
            <a:lvl8pPr algn="ctr">
              <a:buNone/>
              <a:defRPr sz="1800" b="1">
                <a:solidFill>
                  <a:srgbClr val="20334A"/>
                </a:solidFill>
                <a:latin typeface="Arial"/>
                <a:ea typeface="Arial"/>
                <a:cs typeface="Arial"/>
              </a:defRPr>
            </a:lvl8pPr>
            <a:lvl9pPr algn="ctr">
              <a:buNone/>
              <a:defRPr sz="1800" b="1">
                <a:solidFill>
                  <a:srgbClr val="20334A"/>
                </a:solidFill>
                <a:latin typeface="Arial"/>
                <a:ea typeface="Arial"/>
                <a:cs typeface="Arial"/>
              </a:defRPr>
            </a:lvl9pPr>
          </a:lstStyle>
          <a:p>
            <a:pPr algn="ctr">
              <a:buNone/>
              <a:defRPr sz="1800" b="1">
                <a:solidFill>
                  <a:srgbClr val="20334A"/>
                </a:solidFill>
                <a:latin typeface="Arial"/>
                <a:ea typeface="Arial"/>
                <a:cs typeface="Arial"/>
              </a:defRPr>
            </a:pPr>
            <a:r>
              <a:rPr sz="1800" b="1">
                <a:solidFill>
                  <a:srgbClr val="20334A"/>
                </a:solidFill>
                <a:latin typeface="Arial"/>
                <a:ea typeface="Arial"/>
                <a:cs typeface="Arial"/>
              </a:rPr>
              <a:t>Persistent bit buffer</a:t>
            </a:r>
          </a:p>
        </p:txBody>
      </p:sp>
      <p:cxnSp>
        <p:nvCxnSpPr>
          <p:cNvPr id="25" name="Connector 69"/>
          <p:cNvCxnSpPr/>
          <p:nvPr/>
        </p:nvCxnSpPr>
        <p:spPr>
          <a:xfrm>
            <a:off x="5734050" y="3333750"/>
            <a:ext cx="1285875" cy="0"/>
          </a:xfrm>
          <a:prstGeom prst="straightConnector1">
            <a:avLst/>
          </a:prstGeom>
          <a:ln w="19050">
            <a:solidFill>
              <a:srgbClr val="166D73"/>
            </a:solidFill>
            <a:prstDash val="solid"/>
            <a:tailEnd type="triangle" w="med" len="med"/>
          </a:ln>
        </p:spPr>
      </p:cxnSp>
      <p:sp>
        <p:nvSpPr>
          <p:cNvPr id="11" name="Text 70">
            <a:extLst>
              <a:ext uri="{FF2B5EF4-FFF2-40B4-BE49-F238E27FC236}">
                <a16:creationId xmlns:a16="http://schemas.microsoft.com/office/drawing/2014/main" id="{5F4B5EF0-153C-4A63-AF9B-17B5B82882CA}"/>
              </a:ext>
            </a:extLst>
          </p:cNvPr>
          <p:cNvSpPr>
            <a:spLocks noGrp="1"/>
          </p:cNvSpPr>
          <p:nvPr/>
        </p:nvSpPr>
        <p:spPr>
          <a:xfrm>
            <a:off x="685800" y="3924300"/>
            <a:ext cx="10820400" cy="361950"/>
          </a:xfrm>
          <a:prstGeom prst="rect">
            <a:avLst/>
          </a:prstGeom>
          <a:noFill/>
          <a:ln w="0">
            <a:noFill/>
          </a:ln>
        </p:spPr>
        <p:txBody>
          <a:bodyPr wrap="square" lIns="0" tIns="0" rIns="0" bIns="0" anchor="t">
            <a:noAutofit/>
          </a:bodyPr>
          <a:lstStyle>
            <a:lvl1pPr algn="ctr">
              <a:buNone/>
              <a:defRPr sz="2025" b="1">
                <a:solidFill>
                  <a:srgbClr val="20334A"/>
                </a:solidFill>
                <a:latin typeface="Arial"/>
                <a:ea typeface="Arial"/>
                <a:cs typeface="Arial"/>
              </a:defRPr>
            </a:lvl1pPr>
            <a:lvl2pPr algn="ctr">
              <a:buNone/>
              <a:defRPr sz="2025" b="1">
                <a:solidFill>
                  <a:srgbClr val="20334A"/>
                </a:solidFill>
                <a:latin typeface="Arial"/>
                <a:ea typeface="Arial"/>
                <a:cs typeface="Arial"/>
              </a:defRPr>
            </a:lvl2pPr>
            <a:lvl3pPr algn="ctr">
              <a:buNone/>
              <a:defRPr sz="2025" b="1">
                <a:solidFill>
                  <a:srgbClr val="20334A"/>
                </a:solidFill>
                <a:latin typeface="Arial"/>
                <a:ea typeface="Arial"/>
                <a:cs typeface="Arial"/>
              </a:defRPr>
            </a:lvl3pPr>
            <a:lvl4pPr algn="ctr">
              <a:buNone/>
              <a:defRPr sz="2025" b="1">
                <a:solidFill>
                  <a:srgbClr val="20334A"/>
                </a:solidFill>
                <a:latin typeface="Arial"/>
                <a:ea typeface="Arial"/>
                <a:cs typeface="Arial"/>
              </a:defRPr>
            </a:lvl4pPr>
            <a:lvl5pPr algn="ctr">
              <a:buNone/>
              <a:defRPr sz="2025" b="1">
                <a:solidFill>
                  <a:srgbClr val="20334A"/>
                </a:solidFill>
                <a:latin typeface="Arial"/>
                <a:ea typeface="Arial"/>
                <a:cs typeface="Arial"/>
              </a:defRPr>
            </a:lvl5pPr>
            <a:lvl6pPr algn="ctr">
              <a:buNone/>
              <a:defRPr sz="2025" b="1">
                <a:solidFill>
                  <a:srgbClr val="20334A"/>
                </a:solidFill>
                <a:latin typeface="Arial"/>
                <a:ea typeface="Arial"/>
                <a:cs typeface="Arial"/>
              </a:defRPr>
            </a:lvl6pPr>
            <a:lvl7pPr algn="ctr">
              <a:buNone/>
              <a:defRPr sz="2025" b="1">
                <a:solidFill>
                  <a:srgbClr val="20334A"/>
                </a:solidFill>
                <a:latin typeface="Arial"/>
                <a:ea typeface="Arial"/>
                <a:cs typeface="Arial"/>
              </a:defRPr>
            </a:lvl7pPr>
            <a:lvl8pPr algn="ctr">
              <a:buNone/>
              <a:defRPr sz="2025" b="1">
                <a:solidFill>
                  <a:srgbClr val="20334A"/>
                </a:solidFill>
                <a:latin typeface="Arial"/>
                <a:ea typeface="Arial"/>
                <a:cs typeface="Arial"/>
              </a:defRPr>
            </a:lvl8pPr>
            <a:lvl9pPr algn="ctr">
              <a:buNone/>
              <a:defRPr sz="2025" b="1">
                <a:solidFill>
                  <a:srgbClr val="20334A"/>
                </a:solidFill>
                <a:latin typeface="Arial"/>
                <a:ea typeface="Arial"/>
                <a:cs typeface="Arial"/>
              </a:defRPr>
            </a:lvl9pPr>
          </a:lstStyle>
          <a:p>
            <a:pPr algn="ctr">
              <a:buNone/>
              <a:defRPr sz="2025" b="1">
                <a:solidFill>
                  <a:srgbClr val="20334A"/>
                </a:solidFill>
                <a:latin typeface="Arial"/>
                <a:ea typeface="Arial"/>
                <a:cs typeface="Arial"/>
              </a:defRPr>
            </a:pPr>
            <a:r>
              <a:rPr sz="2025" b="1">
                <a:solidFill>
                  <a:srgbClr val="20334A"/>
                </a:solidFill>
                <a:latin typeface="Arial"/>
                <a:ea typeface="Arial"/>
                <a:cs typeface="Arial"/>
              </a:rPr>
              <a:t>1,752 retained bits + 384 new bits = 2,136 available bits</a:t>
            </a:r>
          </a:p>
        </p:txBody>
      </p:sp>
      <p:sp>
        <p:nvSpPr>
          <p:cNvPr id="12" name="Diagram 71">
            <a:extLst>
              <a:ext uri="{FF2B5EF4-FFF2-40B4-BE49-F238E27FC236}">
                <a16:creationId xmlns:a16="http://schemas.microsoft.com/office/drawing/2014/main" id="{63795CCB-CA28-4460-9A6B-C3AAC8E08069}"/>
              </a:ext>
            </a:extLst>
          </p:cNvPr>
          <p:cNvSpPr>
            <a:spLocks noGrp="1"/>
          </p:cNvSpPr>
          <p:nvPr/>
        </p:nvSpPr>
        <p:spPr>
          <a:xfrm>
            <a:off x="685800" y="4457700"/>
            <a:ext cx="9182100" cy="59055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75" b="0">
                <a:solidFill>
                  <a:srgbClr val="20334A"/>
                </a:solidFill>
                <a:latin typeface="Arial"/>
                <a:ea typeface="Arial"/>
                <a:cs typeface="Arial"/>
              </a:defRPr>
            </a:lvl1pPr>
            <a:lvl2pPr algn="ctr">
              <a:buNone/>
              <a:defRPr sz="1875" b="0">
                <a:solidFill>
                  <a:srgbClr val="20334A"/>
                </a:solidFill>
                <a:latin typeface="Arial"/>
                <a:ea typeface="Arial"/>
                <a:cs typeface="Arial"/>
              </a:defRPr>
            </a:lvl2pPr>
            <a:lvl3pPr algn="ctr">
              <a:buNone/>
              <a:defRPr sz="1875" b="0">
                <a:solidFill>
                  <a:srgbClr val="20334A"/>
                </a:solidFill>
                <a:latin typeface="Arial"/>
                <a:ea typeface="Arial"/>
                <a:cs typeface="Arial"/>
              </a:defRPr>
            </a:lvl3pPr>
            <a:lvl4pPr algn="ctr">
              <a:buNone/>
              <a:defRPr sz="1875" b="0">
                <a:solidFill>
                  <a:srgbClr val="20334A"/>
                </a:solidFill>
                <a:latin typeface="Arial"/>
                <a:ea typeface="Arial"/>
                <a:cs typeface="Arial"/>
              </a:defRPr>
            </a:lvl4pPr>
            <a:lvl5pPr algn="ctr">
              <a:buNone/>
              <a:defRPr sz="1875" b="0">
                <a:solidFill>
                  <a:srgbClr val="20334A"/>
                </a:solidFill>
                <a:latin typeface="Arial"/>
                <a:ea typeface="Arial"/>
                <a:cs typeface="Arial"/>
              </a:defRPr>
            </a:lvl5pPr>
            <a:lvl6pPr algn="ctr">
              <a:buNone/>
              <a:defRPr sz="1875" b="0">
                <a:solidFill>
                  <a:srgbClr val="20334A"/>
                </a:solidFill>
                <a:latin typeface="Arial"/>
                <a:ea typeface="Arial"/>
                <a:cs typeface="Arial"/>
              </a:defRPr>
            </a:lvl6pPr>
            <a:lvl7pPr algn="ctr">
              <a:buNone/>
              <a:defRPr sz="1875" b="0">
                <a:solidFill>
                  <a:srgbClr val="20334A"/>
                </a:solidFill>
                <a:latin typeface="Arial"/>
                <a:ea typeface="Arial"/>
                <a:cs typeface="Arial"/>
              </a:defRPr>
            </a:lvl7pPr>
            <a:lvl8pPr algn="ctr">
              <a:buNone/>
              <a:defRPr sz="1875" b="0">
                <a:solidFill>
                  <a:srgbClr val="20334A"/>
                </a:solidFill>
                <a:latin typeface="Arial"/>
                <a:ea typeface="Arial"/>
                <a:cs typeface="Arial"/>
              </a:defRPr>
            </a:lvl8pPr>
            <a:lvl9pPr algn="ctr">
              <a:buNone/>
              <a:defRPr sz="1875" b="0">
                <a:solidFill>
                  <a:srgbClr val="20334A"/>
                </a:solidFill>
                <a:latin typeface="Arial"/>
                <a:ea typeface="Arial"/>
                <a:cs typeface="Arial"/>
              </a:defRPr>
            </a:lvl9pPr>
          </a:lstStyle>
          <a:p>
            <a:pPr algn="ctr">
              <a:buNone/>
              <a:defRPr sz="1875" b="0">
                <a:solidFill>
                  <a:srgbClr val="20334A"/>
                </a:solidFill>
                <a:latin typeface="Arial"/>
                <a:ea typeface="Arial"/>
                <a:cs typeface="Arial"/>
              </a:defRPr>
            </a:pPr>
            <a:r>
              <a:rPr sz="1875" b="0">
                <a:solidFill>
                  <a:srgbClr val="20334A"/>
                </a:solidFill>
                <a:latin typeface="Arial"/>
                <a:ea typeface="Arial"/>
                <a:cs typeface="Arial"/>
              </a:rPr>
              <a:t>2,080 candidate bits</a:t>
            </a:r>
          </a:p>
        </p:txBody>
      </p:sp>
      <p:sp>
        <p:nvSpPr>
          <p:cNvPr id="13" name="Diagram 72">
            <a:extLst>
              <a:ext uri="{FF2B5EF4-FFF2-40B4-BE49-F238E27FC236}">
                <a16:creationId xmlns:a16="http://schemas.microsoft.com/office/drawing/2014/main" id="{D6C5DFD4-06B2-4827-97FB-E92B84969179}"/>
              </a:ext>
            </a:extLst>
          </p:cNvPr>
          <p:cNvSpPr>
            <a:spLocks noGrp="1"/>
          </p:cNvSpPr>
          <p:nvPr/>
        </p:nvSpPr>
        <p:spPr>
          <a:xfrm>
            <a:off x="9867900" y="4457700"/>
            <a:ext cx="1638300" cy="59055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575" b="0">
                <a:solidFill>
                  <a:srgbClr val="20334A"/>
                </a:solidFill>
                <a:latin typeface="Arial"/>
                <a:ea typeface="Arial"/>
                <a:cs typeface="Arial"/>
              </a:defRPr>
            </a:lvl1pPr>
            <a:lvl2pPr algn="ctr">
              <a:buNone/>
              <a:defRPr sz="1575" b="0">
                <a:solidFill>
                  <a:srgbClr val="20334A"/>
                </a:solidFill>
                <a:latin typeface="Arial"/>
                <a:ea typeface="Arial"/>
                <a:cs typeface="Arial"/>
              </a:defRPr>
            </a:lvl2pPr>
            <a:lvl3pPr algn="ctr">
              <a:buNone/>
              <a:defRPr sz="1575" b="0">
                <a:solidFill>
                  <a:srgbClr val="20334A"/>
                </a:solidFill>
                <a:latin typeface="Arial"/>
                <a:ea typeface="Arial"/>
                <a:cs typeface="Arial"/>
              </a:defRPr>
            </a:lvl3pPr>
            <a:lvl4pPr algn="ctr">
              <a:buNone/>
              <a:defRPr sz="1575" b="0">
                <a:solidFill>
                  <a:srgbClr val="20334A"/>
                </a:solidFill>
                <a:latin typeface="Arial"/>
                <a:ea typeface="Arial"/>
                <a:cs typeface="Arial"/>
              </a:defRPr>
            </a:lvl4pPr>
            <a:lvl5pPr algn="ctr">
              <a:buNone/>
              <a:defRPr sz="1575" b="0">
                <a:solidFill>
                  <a:srgbClr val="20334A"/>
                </a:solidFill>
                <a:latin typeface="Arial"/>
                <a:ea typeface="Arial"/>
                <a:cs typeface="Arial"/>
              </a:defRPr>
            </a:lvl5pPr>
            <a:lvl6pPr algn="ctr">
              <a:buNone/>
              <a:defRPr sz="1575" b="0">
                <a:solidFill>
                  <a:srgbClr val="20334A"/>
                </a:solidFill>
                <a:latin typeface="Arial"/>
                <a:ea typeface="Arial"/>
                <a:cs typeface="Arial"/>
              </a:defRPr>
            </a:lvl6pPr>
            <a:lvl7pPr algn="ctr">
              <a:buNone/>
              <a:defRPr sz="1575" b="0">
                <a:solidFill>
                  <a:srgbClr val="20334A"/>
                </a:solidFill>
                <a:latin typeface="Arial"/>
                <a:ea typeface="Arial"/>
                <a:cs typeface="Arial"/>
              </a:defRPr>
            </a:lvl7pPr>
            <a:lvl8pPr algn="ctr">
              <a:buNone/>
              <a:defRPr sz="1575" b="0">
                <a:solidFill>
                  <a:srgbClr val="20334A"/>
                </a:solidFill>
                <a:latin typeface="Arial"/>
                <a:ea typeface="Arial"/>
                <a:cs typeface="Arial"/>
              </a:defRPr>
            </a:lvl8pPr>
            <a:lvl9pPr algn="ctr">
              <a:buNone/>
              <a:defRPr sz="1575" b="0">
                <a:solidFill>
                  <a:srgbClr val="20334A"/>
                </a:solidFill>
                <a:latin typeface="Arial"/>
                <a:ea typeface="Arial"/>
                <a:cs typeface="Arial"/>
              </a:defRPr>
            </a:lvl9pPr>
          </a:lstStyle>
          <a:p>
            <a:pPr algn="ctr">
              <a:buNone/>
              <a:defRPr sz="1575" b="0">
                <a:solidFill>
                  <a:srgbClr val="20334A"/>
                </a:solidFill>
                <a:latin typeface="Arial"/>
                <a:ea typeface="Arial"/>
                <a:cs typeface="Arial"/>
              </a:defRPr>
            </a:pPr>
            <a:r>
              <a:rPr sz="1575" b="0">
                <a:solidFill>
                  <a:srgbClr val="20334A"/>
                </a:solidFill>
                <a:latin typeface="Arial"/>
                <a:ea typeface="Arial"/>
                <a:cs typeface="Arial"/>
              </a:rPr>
              <a:t>56 extra bits</a:t>
            </a:r>
          </a:p>
        </p:txBody>
      </p:sp>
      <p:sp>
        <p:nvSpPr>
          <p:cNvPr id="14" name="Text 73">
            <a:extLst>
              <a:ext uri="{FF2B5EF4-FFF2-40B4-BE49-F238E27FC236}">
                <a16:creationId xmlns:a16="http://schemas.microsoft.com/office/drawing/2014/main" id="{12D1EC3B-5A25-4694-9B59-17F74E97D107}"/>
              </a:ext>
            </a:extLst>
          </p:cNvPr>
          <p:cNvSpPr>
            <a:spLocks noGrp="1"/>
          </p:cNvSpPr>
          <p:nvPr/>
        </p:nvSpPr>
        <p:spPr>
          <a:xfrm>
            <a:off x="685800" y="5200650"/>
            <a:ext cx="10820400" cy="295275"/>
          </a:xfrm>
          <a:prstGeom prst="rect">
            <a:avLst/>
          </a:prstGeom>
          <a:noFill/>
          <a:ln w="0">
            <a:noFill/>
          </a:ln>
        </p:spPr>
        <p:txBody>
          <a:bodyPr wrap="square" lIns="0" tIns="0" rIns="0" bIns="0" anchor="t">
            <a:noAutofit/>
          </a:bodyPr>
          <a:lstStyle>
            <a:lvl1pPr algn="ctr">
              <a:buNone/>
              <a:defRPr sz="1650" b="0">
                <a:solidFill>
                  <a:srgbClr val="5B6878"/>
                </a:solidFill>
                <a:latin typeface="Arial"/>
                <a:ea typeface="Arial"/>
                <a:cs typeface="Arial"/>
              </a:defRPr>
            </a:lvl1pPr>
            <a:lvl2pPr algn="ctr">
              <a:buNone/>
              <a:defRPr sz="1650" b="0">
                <a:solidFill>
                  <a:srgbClr val="5B6878"/>
                </a:solidFill>
                <a:latin typeface="Arial"/>
                <a:ea typeface="Arial"/>
                <a:cs typeface="Arial"/>
              </a:defRPr>
            </a:lvl2pPr>
            <a:lvl3pPr algn="ctr">
              <a:buNone/>
              <a:defRPr sz="1650" b="0">
                <a:solidFill>
                  <a:srgbClr val="5B6878"/>
                </a:solidFill>
                <a:latin typeface="Arial"/>
                <a:ea typeface="Arial"/>
                <a:cs typeface="Arial"/>
              </a:defRPr>
            </a:lvl3pPr>
            <a:lvl4pPr algn="ctr">
              <a:buNone/>
              <a:defRPr sz="1650" b="0">
                <a:solidFill>
                  <a:srgbClr val="5B6878"/>
                </a:solidFill>
                <a:latin typeface="Arial"/>
                <a:ea typeface="Arial"/>
                <a:cs typeface="Arial"/>
              </a:defRPr>
            </a:lvl4pPr>
            <a:lvl5pPr algn="ctr">
              <a:buNone/>
              <a:defRPr sz="1650" b="0">
                <a:solidFill>
                  <a:srgbClr val="5B6878"/>
                </a:solidFill>
                <a:latin typeface="Arial"/>
                <a:ea typeface="Arial"/>
                <a:cs typeface="Arial"/>
              </a:defRPr>
            </a:lvl5pPr>
            <a:lvl6pPr algn="ctr">
              <a:buNone/>
              <a:defRPr sz="1650" b="0">
                <a:solidFill>
                  <a:srgbClr val="5B6878"/>
                </a:solidFill>
                <a:latin typeface="Arial"/>
                <a:ea typeface="Arial"/>
                <a:cs typeface="Arial"/>
              </a:defRPr>
            </a:lvl6pPr>
            <a:lvl7pPr algn="ctr">
              <a:buNone/>
              <a:defRPr sz="1650" b="0">
                <a:solidFill>
                  <a:srgbClr val="5B6878"/>
                </a:solidFill>
                <a:latin typeface="Arial"/>
                <a:ea typeface="Arial"/>
                <a:cs typeface="Arial"/>
              </a:defRPr>
            </a:lvl7pPr>
            <a:lvl8pPr algn="ctr">
              <a:buNone/>
              <a:defRPr sz="1650" b="0">
                <a:solidFill>
                  <a:srgbClr val="5B6878"/>
                </a:solidFill>
                <a:latin typeface="Arial"/>
                <a:ea typeface="Arial"/>
                <a:cs typeface="Arial"/>
              </a:defRPr>
            </a:lvl8pPr>
            <a:lvl9pPr algn="ctr">
              <a:buNone/>
              <a:defRPr sz="1650" b="0">
                <a:solidFill>
                  <a:srgbClr val="5B6878"/>
                </a:solidFill>
                <a:latin typeface="Arial"/>
                <a:ea typeface="Arial"/>
                <a:cs typeface="Arial"/>
              </a:defRPr>
            </a:lvl9pPr>
          </a:lstStyle>
          <a:p>
            <a:pPr algn="ctr">
              <a:buNone/>
              <a:defRPr sz="1650" b="0">
                <a:solidFill>
                  <a:srgbClr val="5B6878"/>
                </a:solidFill>
                <a:latin typeface="Arial"/>
                <a:ea typeface="Arial"/>
                <a:cs typeface="Arial"/>
              </a:defRPr>
            </a:pPr>
            <a:r>
              <a:rPr sz="1650" b="0">
                <a:solidFill>
                  <a:srgbClr val="5B6878"/>
                </a:solidFill>
                <a:latin typeface="Arial"/>
                <a:ea typeface="Arial"/>
                <a:cs typeface="Arial"/>
              </a:rPr>
              <a:t>Hypothetical clean candidate: 56 bits remain after a valid unit is consumed</a:t>
            </a:r>
          </a:p>
        </p:txBody>
      </p:sp>
      <p:sp>
        <p:nvSpPr>
          <p:cNvPr id="15" name="Text 74">
            <a:extLst>
              <a:ext uri="{FF2B5EF4-FFF2-40B4-BE49-F238E27FC236}">
                <a16:creationId xmlns:a16="http://schemas.microsoft.com/office/drawing/2014/main" id="{D6856F11-C3BB-4013-9870-F05A7883BB55}"/>
              </a:ext>
            </a:extLst>
          </p:cNvPr>
          <p:cNvSpPr>
            <a:spLocks noGrp="1"/>
          </p:cNvSpPr>
          <p:nvPr/>
        </p:nvSpPr>
        <p:spPr>
          <a:xfrm>
            <a:off x="685800" y="5734050"/>
            <a:ext cx="10820400" cy="323850"/>
          </a:xfrm>
          <a:prstGeom prst="rect">
            <a:avLst/>
          </a:prstGeom>
          <a:noFill/>
          <a:ln w="0">
            <a:noFill/>
          </a:ln>
        </p:spPr>
        <p:txBody>
          <a:bodyPr wrap="square" lIns="0" tIns="0" rIns="0" bIns="0" anchor="t">
            <a:noAutofit/>
          </a:bodyPr>
          <a:lstStyle>
            <a:lvl1pPr algn="ctr">
              <a:buNone/>
              <a:defRPr sz="1575" b="0">
                <a:solidFill>
                  <a:srgbClr val="20334A"/>
                </a:solidFill>
                <a:latin typeface="Consolas"/>
                <a:ea typeface="Consolas"/>
                <a:cs typeface="Consolas"/>
              </a:defRPr>
            </a:lvl1pPr>
            <a:lvl2pPr algn="ctr">
              <a:buNone/>
              <a:defRPr sz="1575" b="0">
                <a:solidFill>
                  <a:srgbClr val="20334A"/>
                </a:solidFill>
                <a:latin typeface="Consolas"/>
                <a:ea typeface="Consolas"/>
                <a:cs typeface="Consolas"/>
              </a:defRPr>
            </a:lvl2pPr>
            <a:lvl3pPr algn="ctr">
              <a:buNone/>
              <a:defRPr sz="1575" b="0">
                <a:solidFill>
                  <a:srgbClr val="20334A"/>
                </a:solidFill>
                <a:latin typeface="Consolas"/>
                <a:ea typeface="Consolas"/>
                <a:cs typeface="Consolas"/>
              </a:defRPr>
            </a:lvl3pPr>
            <a:lvl4pPr algn="ctr">
              <a:buNone/>
              <a:defRPr sz="1575" b="0">
                <a:solidFill>
                  <a:srgbClr val="20334A"/>
                </a:solidFill>
                <a:latin typeface="Consolas"/>
                <a:ea typeface="Consolas"/>
                <a:cs typeface="Consolas"/>
              </a:defRPr>
            </a:lvl4pPr>
            <a:lvl5pPr algn="ctr">
              <a:buNone/>
              <a:defRPr sz="1575" b="0">
                <a:solidFill>
                  <a:srgbClr val="20334A"/>
                </a:solidFill>
                <a:latin typeface="Consolas"/>
                <a:ea typeface="Consolas"/>
                <a:cs typeface="Consolas"/>
              </a:defRPr>
            </a:lvl5pPr>
            <a:lvl6pPr algn="ctr">
              <a:buNone/>
              <a:defRPr sz="1575" b="0">
                <a:solidFill>
                  <a:srgbClr val="20334A"/>
                </a:solidFill>
                <a:latin typeface="Consolas"/>
                <a:ea typeface="Consolas"/>
                <a:cs typeface="Consolas"/>
              </a:defRPr>
            </a:lvl6pPr>
            <a:lvl7pPr algn="ctr">
              <a:buNone/>
              <a:defRPr sz="1575" b="0">
                <a:solidFill>
                  <a:srgbClr val="20334A"/>
                </a:solidFill>
                <a:latin typeface="Consolas"/>
                <a:ea typeface="Consolas"/>
                <a:cs typeface="Consolas"/>
              </a:defRPr>
            </a:lvl7pPr>
            <a:lvl8pPr algn="ctr">
              <a:buNone/>
              <a:defRPr sz="1575" b="0">
                <a:solidFill>
                  <a:srgbClr val="20334A"/>
                </a:solidFill>
                <a:latin typeface="Consolas"/>
                <a:ea typeface="Consolas"/>
                <a:cs typeface="Consolas"/>
              </a:defRPr>
            </a:lvl8pPr>
            <a:lvl9pPr algn="ctr">
              <a:buNone/>
              <a:defRPr sz="1575" b="0">
                <a:solidFill>
                  <a:srgbClr val="20334A"/>
                </a:solidFill>
                <a:latin typeface="Consolas"/>
                <a:ea typeface="Consolas"/>
                <a:cs typeface="Consolas"/>
              </a:defRPr>
            </a:lvl9pPr>
          </a:lstStyle>
          <a:p>
            <a:pPr algn="ctr">
              <a:buNone/>
              <a:defRPr sz="1575" b="0">
                <a:solidFill>
                  <a:srgbClr val="20334A"/>
                </a:solidFill>
                <a:latin typeface="Consolas"/>
                <a:ea typeface="Consolas"/>
                <a:cs typeface="Consolas"/>
              </a:defRPr>
            </a:pPr>
            <a:r>
              <a:rPr sz="1575" b="0">
                <a:solidFill>
                  <a:srgbClr val="20334A"/>
                </a:solidFill>
                <a:latin typeface="Consolas"/>
                <a:ea typeface="Consolas"/>
                <a:cs typeface="Consolas"/>
              </a:rPr>
              <a:t>00000000 00000001 00000000 00001100 00000000 00000000 00001001 01100101</a:t>
            </a:r>
          </a:p>
        </p:txBody>
      </p:sp>
    </p:spTree>
    <p:extLst>
      <p:ext uri="{BB962C8B-B14F-4D97-AF65-F5344CB8AC3E}">
        <p14:creationId xmlns:p14="http://schemas.microsoft.com/office/powerpoint/2010/main" val="1798962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7437A8AB-C1FF-4B31-BCDA-147BBD671E44}"/>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Attached Sync Marker search</a:t>
            </a:r>
          </a:p>
        </p:txBody>
      </p:sp>
      <p:sp>
        <p:nvSpPr>
          <p:cNvPr id="4" name="Text 77">
            <a:extLst>
              <a:ext uri="{FF2B5EF4-FFF2-40B4-BE49-F238E27FC236}">
                <a16:creationId xmlns:a16="http://schemas.microsoft.com/office/drawing/2014/main" id="{B62E03CA-A913-40AD-8798-476AB8906DC8}"/>
              </a:ext>
            </a:extLst>
          </p:cNvPr>
          <p:cNvSpPr>
            <a:spLocks noGrp="1"/>
          </p:cNvSpPr>
          <p:nvPr/>
        </p:nvSpPr>
        <p:spPr>
          <a:xfrm>
            <a:off x="685800" y="1304925"/>
            <a:ext cx="10820400" cy="400050"/>
          </a:xfrm>
          <a:prstGeom prst="rect">
            <a:avLst/>
          </a:prstGeom>
          <a:noFill/>
          <a:ln w="0">
            <a:noFill/>
          </a:ln>
        </p:spPr>
        <p:txBody>
          <a:bodyPr wrap="square" lIns="0" tIns="0" rIns="0" bIns="0" anchor="t">
            <a:noAutofit/>
          </a:bodyPr>
          <a:lstStyle>
            <a:lvl1pPr algn="l">
              <a:buNone/>
              <a:defRPr sz="2100" b="1">
                <a:solidFill>
                  <a:srgbClr val="166D73"/>
                </a:solidFill>
                <a:latin typeface="Consolas"/>
                <a:ea typeface="Consolas"/>
                <a:cs typeface="Consolas"/>
              </a:defRPr>
            </a:lvl1pPr>
            <a:lvl2pPr algn="l">
              <a:buNone/>
              <a:defRPr sz="2100" b="1">
                <a:solidFill>
                  <a:srgbClr val="166D73"/>
                </a:solidFill>
                <a:latin typeface="Consolas"/>
                <a:ea typeface="Consolas"/>
                <a:cs typeface="Consolas"/>
              </a:defRPr>
            </a:lvl2pPr>
            <a:lvl3pPr algn="l">
              <a:buNone/>
              <a:defRPr sz="2100" b="1">
                <a:solidFill>
                  <a:srgbClr val="166D73"/>
                </a:solidFill>
                <a:latin typeface="Consolas"/>
                <a:ea typeface="Consolas"/>
                <a:cs typeface="Consolas"/>
              </a:defRPr>
            </a:lvl3pPr>
            <a:lvl4pPr algn="l">
              <a:buNone/>
              <a:defRPr sz="2100" b="1">
                <a:solidFill>
                  <a:srgbClr val="166D73"/>
                </a:solidFill>
                <a:latin typeface="Consolas"/>
                <a:ea typeface="Consolas"/>
                <a:cs typeface="Consolas"/>
              </a:defRPr>
            </a:lvl4pPr>
            <a:lvl5pPr algn="l">
              <a:buNone/>
              <a:defRPr sz="2100" b="1">
                <a:solidFill>
                  <a:srgbClr val="166D73"/>
                </a:solidFill>
                <a:latin typeface="Consolas"/>
                <a:ea typeface="Consolas"/>
                <a:cs typeface="Consolas"/>
              </a:defRPr>
            </a:lvl5pPr>
            <a:lvl6pPr algn="l">
              <a:buNone/>
              <a:defRPr sz="2100" b="1">
                <a:solidFill>
                  <a:srgbClr val="166D73"/>
                </a:solidFill>
                <a:latin typeface="Consolas"/>
                <a:ea typeface="Consolas"/>
                <a:cs typeface="Consolas"/>
              </a:defRPr>
            </a:lvl6pPr>
            <a:lvl7pPr algn="l">
              <a:buNone/>
              <a:defRPr sz="2100" b="1">
                <a:solidFill>
                  <a:srgbClr val="166D73"/>
                </a:solidFill>
                <a:latin typeface="Consolas"/>
                <a:ea typeface="Consolas"/>
                <a:cs typeface="Consolas"/>
              </a:defRPr>
            </a:lvl7pPr>
            <a:lvl8pPr algn="l">
              <a:buNone/>
              <a:defRPr sz="2100" b="1">
                <a:solidFill>
                  <a:srgbClr val="166D73"/>
                </a:solidFill>
                <a:latin typeface="Consolas"/>
                <a:ea typeface="Consolas"/>
                <a:cs typeface="Consolas"/>
              </a:defRPr>
            </a:lvl8pPr>
            <a:lvl9pPr algn="l">
              <a:buNone/>
              <a:defRPr sz="2100" b="1">
                <a:solidFill>
                  <a:srgbClr val="166D73"/>
                </a:solidFill>
                <a:latin typeface="Consolas"/>
                <a:ea typeface="Consolas"/>
                <a:cs typeface="Consolas"/>
              </a:defRPr>
            </a:lvl9pPr>
          </a:lstStyle>
          <a:p>
            <a:pPr algn="l">
              <a:buNone/>
              <a:defRPr sz="2100" b="1">
                <a:solidFill>
                  <a:srgbClr val="166D73"/>
                </a:solidFill>
                <a:latin typeface="Consolas"/>
                <a:ea typeface="Consolas"/>
                <a:cs typeface="Consolas"/>
              </a:defRPr>
            </a:pPr>
            <a:r>
              <a:rPr sz="2100" b="1">
                <a:solidFill>
                  <a:srgbClr val="166D73"/>
                </a:solidFill>
                <a:latin typeface="Consolas"/>
                <a:ea typeface="Consolas"/>
                <a:cs typeface="Consolas"/>
              </a:rPr>
              <a:t>ASM is a fixed 32-bit marker: 0x1ACFFC1D</a:t>
            </a:r>
          </a:p>
        </p:txBody>
      </p:sp>
      <p:sp>
        <p:nvSpPr>
          <p:cNvPr id="5" name="Text 78">
            <a:extLst>
              <a:ext uri="{FF2B5EF4-FFF2-40B4-BE49-F238E27FC236}">
                <a16:creationId xmlns:a16="http://schemas.microsoft.com/office/drawing/2014/main" id="{1BAEF828-4804-4B46-A998-0BCE87F40EB5}"/>
              </a:ext>
            </a:extLst>
          </p:cNvPr>
          <p:cNvSpPr>
            <a:spLocks noGrp="1"/>
          </p:cNvSpPr>
          <p:nvPr/>
        </p:nvSpPr>
        <p:spPr>
          <a:xfrm>
            <a:off x="685800" y="1885950"/>
            <a:ext cx="10820400" cy="285750"/>
          </a:xfrm>
          <a:prstGeom prst="rect">
            <a:avLst/>
          </a:prstGeom>
          <a:noFill/>
          <a:ln w="0">
            <a:noFill/>
          </a:ln>
        </p:spPr>
        <p:txBody>
          <a:bodyPr wrap="square" lIns="0" tIns="0" rIns="0" bIns="0" anchor="t">
            <a:noAutofit/>
          </a:bodyPr>
          <a:lstStyle>
            <a:lvl1pPr algn="l">
              <a:buNone/>
              <a:defRPr sz="1650" b="1">
                <a:solidFill>
                  <a:srgbClr val="20334A"/>
                </a:solidFill>
                <a:latin typeface="Arial"/>
                <a:ea typeface="Arial"/>
                <a:cs typeface="Arial"/>
              </a:defRPr>
            </a:lvl1pPr>
            <a:lvl2pPr algn="l">
              <a:buNone/>
              <a:defRPr sz="1650" b="1">
                <a:solidFill>
                  <a:srgbClr val="20334A"/>
                </a:solidFill>
                <a:latin typeface="Arial"/>
                <a:ea typeface="Arial"/>
                <a:cs typeface="Arial"/>
              </a:defRPr>
            </a:lvl2pPr>
            <a:lvl3pPr algn="l">
              <a:buNone/>
              <a:defRPr sz="1650" b="1">
                <a:solidFill>
                  <a:srgbClr val="20334A"/>
                </a:solidFill>
                <a:latin typeface="Arial"/>
                <a:ea typeface="Arial"/>
                <a:cs typeface="Arial"/>
              </a:defRPr>
            </a:lvl3pPr>
            <a:lvl4pPr algn="l">
              <a:buNone/>
              <a:defRPr sz="1650" b="1">
                <a:solidFill>
                  <a:srgbClr val="20334A"/>
                </a:solidFill>
                <a:latin typeface="Arial"/>
                <a:ea typeface="Arial"/>
                <a:cs typeface="Arial"/>
              </a:defRPr>
            </a:lvl4pPr>
            <a:lvl5pPr algn="l">
              <a:buNone/>
              <a:defRPr sz="1650" b="1">
                <a:solidFill>
                  <a:srgbClr val="20334A"/>
                </a:solidFill>
                <a:latin typeface="Arial"/>
                <a:ea typeface="Arial"/>
                <a:cs typeface="Arial"/>
              </a:defRPr>
            </a:lvl5pPr>
            <a:lvl6pPr algn="l">
              <a:buNone/>
              <a:defRPr sz="1650" b="1">
                <a:solidFill>
                  <a:srgbClr val="20334A"/>
                </a:solidFill>
                <a:latin typeface="Arial"/>
                <a:ea typeface="Arial"/>
                <a:cs typeface="Arial"/>
              </a:defRPr>
            </a:lvl6pPr>
            <a:lvl7pPr algn="l">
              <a:buNone/>
              <a:defRPr sz="1650" b="1">
                <a:solidFill>
                  <a:srgbClr val="20334A"/>
                </a:solidFill>
                <a:latin typeface="Arial"/>
                <a:ea typeface="Arial"/>
                <a:cs typeface="Arial"/>
              </a:defRPr>
            </a:lvl7pPr>
            <a:lvl8pPr algn="l">
              <a:buNone/>
              <a:defRPr sz="1650" b="1">
                <a:solidFill>
                  <a:srgbClr val="20334A"/>
                </a:solidFill>
                <a:latin typeface="Arial"/>
                <a:ea typeface="Arial"/>
                <a:cs typeface="Arial"/>
              </a:defRPr>
            </a:lvl8pPr>
            <a:lvl9pPr algn="l">
              <a:buNone/>
              <a:defRPr sz="1650" b="1">
                <a:solidFill>
                  <a:srgbClr val="20334A"/>
                </a:solidFill>
                <a:latin typeface="Arial"/>
                <a:ea typeface="Arial"/>
                <a:cs typeface="Arial"/>
              </a:defRPr>
            </a:lvl9pPr>
          </a:lstStyle>
          <a:p>
            <a:pPr algn="l">
              <a:buNone/>
              <a:defRPr sz="1650" b="1">
                <a:solidFill>
                  <a:srgbClr val="20334A"/>
                </a:solidFill>
                <a:latin typeface="Arial"/>
                <a:ea typeface="Arial"/>
                <a:cs typeface="Arial"/>
              </a:defRPr>
            </a:pPr>
            <a:r>
              <a:rPr sz="1650" b="1">
                <a:solidFill>
                  <a:srgbClr val="20334A"/>
                </a:solidFill>
                <a:latin typeface="Arial"/>
                <a:ea typeface="Arial"/>
                <a:cs typeface="Arial"/>
              </a:rPr>
              <a:t>Exact marker bits</a:t>
            </a:r>
          </a:p>
        </p:txBody>
      </p:sp>
      <p:sp>
        <p:nvSpPr>
          <p:cNvPr id="6" name="Diagram 79">
            <a:extLst>
              <a:ext uri="{FF2B5EF4-FFF2-40B4-BE49-F238E27FC236}">
                <a16:creationId xmlns:a16="http://schemas.microsoft.com/office/drawing/2014/main" id="{8DA454BB-9952-40DE-863D-1065897CA988}"/>
              </a:ext>
            </a:extLst>
          </p:cNvPr>
          <p:cNvSpPr>
            <a:spLocks noGrp="1"/>
          </p:cNvSpPr>
          <p:nvPr/>
        </p:nvSpPr>
        <p:spPr>
          <a:xfrm>
            <a:off x="685800" y="2286000"/>
            <a:ext cx="338138"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7" name="Diagram 80">
            <a:extLst>
              <a:ext uri="{FF2B5EF4-FFF2-40B4-BE49-F238E27FC236}">
                <a16:creationId xmlns:a16="http://schemas.microsoft.com/office/drawing/2014/main" id="{76BA0E3B-8217-4DD2-80EF-86410EC19B3E}"/>
              </a:ext>
            </a:extLst>
          </p:cNvPr>
          <p:cNvSpPr>
            <a:spLocks noGrp="1"/>
          </p:cNvSpPr>
          <p:nvPr/>
        </p:nvSpPr>
        <p:spPr>
          <a:xfrm>
            <a:off x="102393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8" name="Diagram 81">
            <a:extLst>
              <a:ext uri="{FF2B5EF4-FFF2-40B4-BE49-F238E27FC236}">
                <a16:creationId xmlns:a16="http://schemas.microsoft.com/office/drawing/2014/main" id="{8285D9D8-643D-4471-9C39-016BC356339B}"/>
              </a:ext>
            </a:extLst>
          </p:cNvPr>
          <p:cNvSpPr>
            <a:spLocks noGrp="1"/>
          </p:cNvSpPr>
          <p:nvPr/>
        </p:nvSpPr>
        <p:spPr>
          <a:xfrm>
            <a:off x="136207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9" name="Diagram 82">
            <a:extLst>
              <a:ext uri="{FF2B5EF4-FFF2-40B4-BE49-F238E27FC236}">
                <a16:creationId xmlns:a16="http://schemas.microsoft.com/office/drawing/2014/main" id="{2CA34FAB-A2B0-4F01-AB8C-C7206001447E}"/>
              </a:ext>
            </a:extLst>
          </p:cNvPr>
          <p:cNvSpPr>
            <a:spLocks noGrp="1"/>
          </p:cNvSpPr>
          <p:nvPr/>
        </p:nvSpPr>
        <p:spPr>
          <a:xfrm>
            <a:off x="170021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10" name="Diagram 83">
            <a:extLst>
              <a:ext uri="{FF2B5EF4-FFF2-40B4-BE49-F238E27FC236}">
                <a16:creationId xmlns:a16="http://schemas.microsoft.com/office/drawing/2014/main" id="{B6900CC1-C445-420C-911B-A30120BC1607}"/>
              </a:ext>
            </a:extLst>
          </p:cNvPr>
          <p:cNvSpPr>
            <a:spLocks noGrp="1"/>
          </p:cNvSpPr>
          <p:nvPr/>
        </p:nvSpPr>
        <p:spPr>
          <a:xfrm>
            <a:off x="2038350"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11" name="Diagram 84">
            <a:extLst>
              <a:ext uri="{FF2B5EF4-FFF2-40B4-BE49-F238E27FC236}">
                <a16:creationId xmlns:a16="http://schemas.microsoft.com/office/drawing/2014/main" id="{3E3BA052-DFC1-43EA-9ADB-3368945244F0}"/>
              </a:ext>
            </a:extLst>
          </p:cNvPr>
          <p:cNvSpPr>
            <a:spLocks noGrp="1"/>
          </p:cNvSpPr>
          <p:nvPr/>
        </p:nvSpPr>
        <p:spPr>
          <a:xfrm>
            <a:off x="237648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12" name="Diagram 85">
            <a:extLst>
              <a:ext uri="{FF2B5EF4-FFF2-40B4-BE49-F238E27FC236}">
                <a16:creationId xmlns:a16="http://schemas.microsoft.com/office/drawing/2014/main" id="{0A68707A-E248-4896-B08F-7604EB952C41}"/>
              </a:ext>
            </a:extLst>
          </p:cNvPr>
          <p:cNvSpPr>
            <a:spLocks noGrp="1"/>
          </p:cNvSpPr>
          <p:nvPr/>
        </p:nvSpPr>
        <p:spPr>
          <a:xfrm>
            <a:off x="271462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13" name="Diagram 86">
            <a:extLst>
              <a:ext uri="{FF2B5EF4-FFF2-40B4-BE49-F238E27FC236}">
                <a16:creationId xmlns:a16="http://schemas.microsoft.com/office/drawing/2014/main" id="{FA4943D0-C2C5-499C-92BD-3B311677CF33}"/>
              </a:ext>
            </a:extLst>
          </p:cNvPr>
          <p:cNvSpPr>
            <a:spLocks noGrp="1"/>
          </p:cNvSpPr>
          <p:nvPr/>
        </p:nvSpPr>
        <p:spPr>
          <a:xfrm>
            <a:off x="305276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14" name="Diagram 87">
            <a:extLst>
              <a:ext uri="{FF2B5EF4-FFF2-40B4-BE49-F238E27FC236}">
                <a16:creationId xmlns:a16="http://schemas.microsoft.com/office/drawing/2014/main" id="{24DC1309-866F-48EC-BF6A-0F0D08FF856E}"/>
              </a:ext>
            </a:extLst>
          </p:cNvPr>
          <p:cNvSpPr>
            <a:spLocks noGrp="1"/>
          </p:cNvSpPr>
          <p:nvPr/>
        </p:nvSpPr>
        <p:spPr>
          <a:xfrm>
            <a:off x="3390900" y="2286000"/>
            <a:ext cx="338138"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15" name="Diagram 88">
            <a:extLst>
              <a:ext uri="{FF2B5EF4-FFF2-40B4-BE49-F238E27FC236}">
                <a16:creationId xmlns:a16="http://schemas.microsoft.com/office/drawing/2014/main" id="{38777B80-1A71-43AB-82AB-F2A127889603}"/>
              </a:ext>
            </a:extLst>
          </p:cNvPr>
          <p:cNvSpPr>
            <a:spLocks noGrp="1"/>
          </p:cNvSpPr>
          <p:nvPr/>
        </p:nvSpPr>
        <p:spPr>
          <a:xfrm>
            <a:off x="372903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16" name="Diagram 89">
            <a:extLst>
              <a:ext uri="{FF2B5EF4-FFF2-40B4-BE49-F238E27FC236}">
                <a16:creationId xmlns:a16="http://schemas.microsoft.com/office/drawing/2014/main" id="{3F056C82-B512-4A15-AF02-6458D96779B2}"/>
              </a:ext>
            </a:extLst>
          </p:cNvPr>
          <p:cNvSpPr>
            <a:spLocks noGrp="1"/>
          </p:cNvSpPr>
          <p:nvPr/>
        </p:nvSpPr>
        <p:spPr>
          <a:xfrm>
            <a:off x="406717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17" name="Diagram 90">
            <a:extLst>
              <a:ext uri="{FF2B5EF4-FFF2-40B4-BE49-F238E27FC236}">
                <a16:creationId xmlns:a16="http://schemas.microsoft.com/office/drawing/2014/main" id="{0D16977B-8DA5-42AA-ABAC-E1E93F7CF18A}"/>
              </a:ext>
            </a:extLst>
          </p:cNvPr>
          <p:cNvSpPr>
            <a:spLocks noGrp="1"/>
          </p:cNvSpPr>
          <p:nvPr/>
        </p:nvSpPr>
        <p:spPr>
          <a:xfrm>
            <a:off x="440531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18" name="Diagram 91">
            <a:extLst>
              <a:ext uri="{FF2B5EF4-FFF2-40B4-BE49-F238E27FC236}">
                <a16:creationId xmlns:a16="http://schemas.microsoft.com/office/drawing/2014/main" id="{E6D7B346-EE0C-4DF2-8706-DF7930C6FA8F}"/>
              </a:ext>
            </a:extLst>
          </p:cNvPr>
          <p:cNvSpPr>
            <a:spLocks noGrp="1"/>
          </p:cNvSpPr>
          <p:nvPr/>
        </p:nvSpPr>
        <p:spPr>
          <a:xfrm>
            <a:off x="4743450"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19" name="Diagram 92">
            <a:extLst>
              <a:ext uri="{FF2B5EF4-FFF2-40B4-BE49-F238E27FC236}">
                <a16:creationId xmlns:a16="http://schemas.microsoft.com/office/drawing/2014/main" id="{770D4B5A-0FF0-4404-A7D7-18AC8F9CC1D6}"/>
              </a:ext>
            </a:extLst>
          </p:cNvPr>
          <p:cNvSpPr>
            <a:spLocks noGrp="1"/>
          </p:cNvSpPr>
          <p:nvPr/>
        </p:nvSpPr>
        <p:spPr>
          <a:xfrm>
            <a:off x="508158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0" name="Diagram 93">
            <a:extLst>
              <a:ext uri="{FF2B5EF4-FFF2-40B4-BE49-F238E27FC236}">
                <a16:creationId xmlns:a16="http://schemas.microsoft.com/office/drawing/2014/main" id="{E9519765-2D0A-410D-9C71-CE61C60C37C3}"/>
              </a:ext>
            </a:extLst>
          </p:cNvPr>
          <p:cNvSpPr>
            <a:spLocks noGrp="1"/>
          </p:cNvSpPr>
          <p:nvPr/>
        </p:nvSpPr>
        <p:spPr>
          <a:xfrm>
            <a:off x="541972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1" name="Diagram 94">
            <a:extLst>
              <a:ext uri="{FF2B5EF4-FFF2-40B4-BE49-F238E27FC236}">
                <a16:creationId xmlns:a16="http://schemas.microsoft.com/office/drawing/2014/main" id="{C7AD1630-695B-40F2-8B38-55EBF1A0DFDC}"/>
              </a:ext>
            </a:extLst>
          </p:cNvPr>
          <p:cNvSpPr>
            <a:spLocks noGrp="1"/>
          </p:cNvSpPr>
          <p:nvPr/>
        </p:nvSpPr>
        <p:spPr>
          <a:xfrm>
            <a:off x="575786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2" name="Diagram 95">
            <a:extLst>
              <a:ext uri="{FF2B5EF4-FFF2-40B4-BE49-F238E27FC236}">
                <a16:creationId xmlns:a16="http://schemas.microsoft.com/office/drawing/2014/main" id="{DCB88FF1-3A00-4FA1-AA78-7D6C365F7C18}"/>
              </a:ext>
            </a:extLst>
          </p:cNvPr>
          <p:cNvSpPr>
            <a:spLocks noGrp="1"/>
          </p:cNvSpPr>
          <p:nvPr/>
        </p:nvSpPr>
        <p:spPr>
          <a:xfrm>
            <a:off x="6096000" y="2286000"/>
            <a:ext cx="338138"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3" name="Diagram 96">
            <a:extLst>
              <a:ext uri="{FF2B5EF4-FFF2-40B4-BE49-F238E27FC236}">
                <a16:creationId xmlns:a16="http://schemas.microsoft.com/office/drawing/2014/main" id="{B834B2AD-700D-4A30-8702-92E97867F18B}"/>
              </a:ext>
            </a:extLst>
          </p:cNvPr>
          <p:cNvSpPr>
            <a:spLocks noGrp="1"/>
          </p:cNvSpPr>
          <p:nvPr/>
        </p:nvSpPr>
        <p:spPr>
          <a:xfrm>
            <a:off x="643413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4" name="Diagram 97">
            <a:extLst>
              <a:ext uri="{FF2B5EF4-FFF2-40B4-BE49-F238E27FC236}">
                <a16:creationId xmlns:a16="http://schemas.microsoft.com/office/drawing/2014/main" id="{9C5DB6C1-F454-4ECF-ADD5-260049D36055}"/>
              </a:ext>
            </a:extLst>
          </p:cNvPr>
          <p:cNvSpPr>
            <a:spLocks noGrp="1"/>
          </p:cNvSpPr>
          <p:nvPr/>
        </p:nvSpPr>
        <p:spPr>
          <a:xfrm>
            <a:off x="677227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5" name="Diagram 98">
            <a:extLst>
              <a:ext uri="{FF2B5EF4-FFF2-40B4-BE49-F238E27FC236}">
                <a16:creationId xmlns:a16="http://schemas.microsoft.com/office/drawing/2014/main" id="{34BCCEF8-3673-491D-BBFB-25F9111B2D7C}"/>
              </a:ext>
            </a:extLst>
          </p:cNvPr>
          <p:cNvSpPr>
            <a:spLocks noGrp="1"/>
          </p:cNvSpPr>
          <p:nvPr/>
        </p:nvSpPr>
        <p:spPr>
          <a:xfrm>
            <a:off x="711041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6" name="Diagram 99">
            <a:extLst>
              <a:ext uri="{FF2B5EF4-FFF2-40B4-BE49-F238E27FC236}">
                <a16:creationId xmlns:a16="http://schemas.microsoft.com/office/drawing/2014/main" id="{1DAF3821-A640-44A3-AF2E-5DDAE2FC8488}"/>
              </a:ext>
            </a:extLst>
          </p:cNvPr>
          <p:cNvSpPr>
            <a:spLocks noGrp="1"/>
          </p:cNvSpPr>
          <p:nvPr/>
        </p:nvSpPr>
        <p:spPr>
          <a:xfrm>
            <a:off x="7448550"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7" name="Diagram 100">
            <a:extLst>
              <a:ext uri="{FF2B5EF4-FFF2-40B4-BE49-F238E27FC236}">
                <a16:creationId xmlns:a16="http://schemas.microsoft.com/office/drawing/2014/main" id="{ACC8914B-246E-4B4F-8F70-894BF0269243}"/>
              </a:ext>
            </a:extLst>
          </p:cNvPr>
          <p:cNvSpPr>
            <a:spLocks noGrp="1"/>
          </p:cNvSpPr>
          <p:nvPr/>
        </p:nvSpPr>
        <p:spPr>
          <a:xfrm>
            <a:off x="778668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28" name="Diagram 101">
            <a:extLst>
              <a:ext uri="{FF2B5EF4-FFF2-40B4-BE49-F238E27FC236}">
                <a16:creationId xmlns:a16="http://schemas.microsoft.com/office/drawing/2014/main" id="{A3DBBE93-2620-4A0A-B9E6-2394CB50D8DA}"/>
              </a:ext>
            </a:extLst>
          </p:cNvPr>
          <p:cNvSpPr>
            <a:spLocks noGrp="1"/>
          </p:cNvSpPr>
          <p:nvPr/>
        </p:nvSpPr>
        <p:spPr>
          <a:xfrm>
            <a:off x="812482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29" name="Diagram 102">
            <a:extLst>
              <a:ext uri="{FF2B5EF4-FFF2-40B4-BE49-F238E27FC236}">
                <a16:creationId xmlns:a16="http://schemas.microsoft.com/office/drawing/2014/main" id="{B2EB6DFA-3D6B-47E2-B27C-EFCD8FA88B6F}"/>
              </a:ext>
            </a:extLst>
          </p:cNvPr>
          <p:cNvSpPr>
            <a:spLocks noGrp="1"/>
          </p:cNvSpPr>
          <p:nvPr/>
        </p:nvSpPr>
        <p:spPr>
          <a:xfrm>
            <a:off x="846296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30" name="Diagram 103">
            <a:extLst>
              <a:ext uri="{FF2B5EF4-FFF2-40B4-BE49-F238E27FC236}">
                <a16:creationId xmlns:a16="http://schemas.microsoft.com/office/drawing/2014/main" id="{AAF6F203-7236-4376-9125-A020A2E699D6}"/>
              </a:ext>
            </a:extLst>
          </p:cNvPr>
          <p:cNvSpPr>
            <a:spLocks noGrp="1"/>
          </p:cNvSpPr>
          <p:nvPr/>
        </p:nvSpPr>
        <p:spPr>
          <a:xfrm>
            <a:off x="8801100" y="2286000"/>
            <a:ext cx="338138"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31" name="Diagram 104">
            <a:extLst>
              <a:ext uri="{FF2B5EF4-FFF2-40B4-BE49-F238E27FC236}">
                <a16:creationId xmlns:a16="http://schemas.microsoft.com/office/drawing/2014/main" id="{1896025D-CD62-461D-9487-25BBCCFCC0EF}"/>
              </a:ext>
            </a:extLst>
          </p:cNvPr>
          <p:cNvSpPr>
            <a:spLocks noGrp="1"/>
          </p:cNvSpPr>
          <p:nvPr/>
        </p:nvSpPr>
        <p:spPr>
          <a:xfrm>
            <a:off x="913923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32" name="Diagram 105">
            <a:extLst>
              <a:ext uri="{FF2B5EF4-FFF2-40B4-BE49-F238E27FC236}">
                <a16:creationId xmlns:a16="http://schemas.microsoft.com/office/drawing/2014/main" id="{9DE3FF34-59FE-4D1D-8B53-8034B7F966BC}"/>
              </a:ext>
            </a:extLst>
          </p:cNvPr>
          <p:cNvSpPr>
            <a:spLocks noGrp="1"/>
          </p:cNvSpPr>
          <p:nvPr/>
        </p:nvSpPr>
        <p:spPr>
          <a:xfrm>
            <a:off x="947737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33" name="Diagram 106">
            <a:extLst>
              <a:ext uri="{FF2B5EF4-FFF2-40B4-BE49-F238E27FC236}">
                <a16:creationId xmlns:a16="http://schemas.microsoft.com/office/drawing/2014/main" id="{812A53E0-571E-4863-9C09-BA868A066BEB}"/>
              </a:ext>
            </a:extLst>
          </p:cNvPr>
          <p:cNvSpPr>
            <a:spLocks noGrp="1"/>
          </p:cNvSpPr>
          <p:nvPr/>
        </p:nvSpPr>
        <p:spPr>
          <a:xfrm>
            <a:off x="981551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34" name="Diagram 107">
            <a:extLst>
              <a:ext uri="{FF2B5EF4-FFF2-40B4-BE49-F238E27FC236}">
                <a16:creationId xmlns:a16="http://schemas.microsoft.com/office/drawing/2014/main" id="{E587F31B-C0F8-440C-80EA-A1E07F63E4A4}"/>
              </a:ext>
            </a:extLst>
          </p:cNvPr>
          <p:cNvSpPr>
            <a:spLocks noGrp="1"/>
          </p:cNvSpPr>
          <p:nvPr/>
        </p:nvSpPr>
        <p:spPr>
          <a:xfrm>
            <a:off x="10153650"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35" name="Diagram 108">
            <a:extLst>
              <a:ext uri="{FF2B5EF4-FFF2-40B4-BE49-F238E27FC236}">
                <a16:creationId xmlns:a16="http://schemas.microsoft.com/office/drawing/2014/main" id="{D6EB140F-324D-4DBD-A0DA-6AE2331A19C2}"/>
              </a:ext>
            </a:extLst>
          </p:cNvPr>
          <p:cNvSpPr>
            <a:spLocks noGrp="1"/>
          </p:cNvSpPr>
          <p:nvPr/>
        </p:nvSpPr>
        <p:spPr>
          <a:xfrm>
            <a:off x="10491788"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36" name="Diagram 109">
            <a:extLst>
              <a:ext uri="{FF2B5EF4-FFF2-40B4-BE49-F238E27FC236}">
                <a16:creationId xmlns:a16="http://schemas.microsoft.com/office/drawing/2014/main" id="{613134BB-48EE-4EC6-B285-0D4BC9F60572}"/>
              </a:ext>
            </a:extLst>
          </p:cNvPr>
          <p:cNvSpPr>
            <a:spLocks noGrp="1"/>
          </p:cNvSpPr>
          <p:nvPr/>
        </p:nvSpPr>
        <p:spPr>
          <a:xfrm>
            <a:off x="10829925"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0</a:t>
            </a:r>
          </a:p>
        </p:txBody>
      </p:sp>
      <p:sp>
        <p:nvSpPr>
          <p:cNvPr id="37" name="Diagram 110">
            <a:extLst>
              <a:ext uri="{FF2B5EF4-FFF2-40B4-BE49-F238E27FC236}">
                <a16:creationId xmlns:a16="http://schemas.microsoft.com/office/drawing/2014/main" id="{3AFB05B9-BE99-4A62-95F2-E303C1776A99}"/>
              </a:ext>
            </a:extLst>
          </p:cNvPr>
          <p:cNvSpPr>
            <a:spLocks noGrp="1"/>
          </p:cNvSpPr>
          <p:nvPr/>
        </p:nvSpPr>
        <p:spPr>
          <a:xfrm>
            <a:off x="11168063" y="2286000"/>
            <a:ext cx="338138"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650" b="0">
                <a:solidFill>
                  <a:srgbClr val="166D73"/>
                </a:solidFill>
                <a:latin typeface="Consolas"/>
                <a:ea typeface="Consolas"/>
                <a:cs typeface="Consolas"/>
              </a:defRPr>
            </a:lvl1pPr>
            <a:lvl2pPr algn="ctr">
              <a:buNone/>
              <a:defRPr sz="1650" b="0">
                <a:solidFill>
                  <a:srgbClr val="166D73"/>
                </a:solidFill>
                <a:latin typeface="Consolas"/>
                <a:ea typeface="Consolas"/>
                <a:cs typeface="Consolas"/>
              </a:defRPr>
            </a:lvl2pPr>
            <a:lvl3pPr algn="ctr">
              <a:buNone/>
              <a:defRPr sz="1650" b="0">
                <a:solidFill>
                  <a:srgbClr val="166D73"/>
                </a:solidFill>
                <a:latin typeface="Consolas"/>
                <a:ea typeface="Consolas"/>
                <a:cs typeface="Consolas"/>
              </a:defRPr>
            </a:lvl3pPr>
            <a:lvl4pPr algn="ctr">
              <a:buNone/>
              <a:defRPr sz="1650" b="0">
                <a:solidFill>
                  <a:srgbClr val="166D73"/>
                </a:solidFill>
                <a:latin typeface="Consolas"/>
                <a:ea typeface="Consolas"/>
                <a:cs typeface="Consolas"/>
              </a:defRPr>
            </a:lvl4pPr>
            <a:lvl5pPr algn="ctr">
              <a:buNone/>
              <a:defRPr sz="1650" b="0">
                <a:solidFill>
                  <a:srgbClr val="166D73"/>
                </a:solidFill>
                <a:latin typeface="Consolas"/>
                <a:ea typeface="Consolas"/>
                <a:cs typeface="Consolas"/>
              </a:defRPr>
            </a:lvl5pPr>
            <a:lvl6pPr algn="ctr">
              <a:buNone/>
              <a:defRPr sz="1650" b="0">
                <a:solidFill>
                  <a:srgbClr val="166D73"/>
                </a:solidFill>
                <a:latin typeface="Consolas"/>
                <a:ea typeface="Consolas"/>
                <a:cs typeface="Consolas"/>
              </a:defRPr>
            </a:lvl6pPr>
            <a:lvl7pPr algn="ctr">
              <a:buNone/>
              <a:defRPr sz="1650" b="0">
                <a:solidFill>
                  <a:srgbClr val="166D73"/>
                </a:solidFill>
                <a:latin typeface="Consolas"/>
                <a:ea typeface="Consolas"/>
                <a:cs typeface="Consolas"/>
              </a:defRPr>
            </a:lvl7pPr>
            <a:lvl8pPr algn="ctr">
              <a:buNone/>
              <a:defRPr sz="1650" b="0">
                <a:solidFill>
                  <a:srgbClr val="166D73"/>
                </a:solidFill>
                <a:latin typeface="Consolas"/>
                <a:ea typeface="Consolas"/>
                <a:cs typeface="Consolas"/>
              </a:defRPr>
            </a:lvl8pPr>
            <a:lvl9pPr algn="ctr">
              <a:buNone/>
              <a:defRPr sz="1650" b="0">
                <a:solidFill>
                  <a:srgbClr val="166D73"/>
                </a:solidFill>
                <a:latin typeface="Consolas"/>
                <a:ea typeface="Consolas"/>
                <a:cs typeface="Consolas"/>
              </a:defRPr>
            </a:lvl9pPr>
          </a:lstStyle>
          <a:p>
            <a:pPr algn="ctr">
              <a:buNone/>
              <a:defRPr sz="1650" b="0">
                <a:solidFill>
                  <a:srgbClr val="166D73"/>
                </a:solidFill>
                <a:latin typeface="Consolas"/>
                <a:ea typeface="Consolas"/>
                <a:cs typeface="Consolas"/>
              </a:defRPr>
            </a:pPr>
            <a:r>
              <a:rPr sz="1650" b="0">
                <a:solidFill>
                  <a:srgbClr val="166D73"/>
                </a:solidFill>
                <a:latin typeface="Consolas"/>
                <a:ea typeface="Consolas"/>
                <a:cs typeface="Consolas"/>
              </a:rPr>
              <a:t>1</a:t>
            </a:r>
          </a:p>
        </p:txBody>
      </p:sp>
      <p:sp>
        <p:nvSpPr>
          <p:cNvPr id="38" name="Text 111">
            <a:extLst>
              <a:ext uri="{FF2B5EF4-FFF2-40B4-BE49-F238E27FC236}">
                <a16:creationId xmlns:a16="http://schemas.microsoft.com/office/drawing/2014/main" id="{329AA557-F409-4540-A1F0-82206F0D562C}"/>
              </a:ext>
            </a:extLst>
          </p:cNvPr>
          <p:cNvSpPr>
            <a:spLocks noGrp="1"/>
          </p:cNvSpPr>
          <p:nvPr/>
        </p:nvSpPr>
        <p:spPr>
          <a:xfrm>
            <a:off x="685800" y="3143250"/>
            <a:ext cx="10820400" cy="304800"/>
          </a:xfrm>
          <a:prstGeom prst="rect">
            <a:avLst/>
          </a:prstGeom>
          <a:noFill/>
          <a:ln w="0">
            <a:noFill/>
          </a:ln>
        </p:spPr>
        <p:txBody>
          <a:bodyPr wrap="square" lIns="0" tIns="0" rIns="0" bIns="0" anchor="t">
            <a:noAutofit/>
          </a:bodyPr>
          <a:lstStyle>
            <a:lvl1pPr algn="l">
              <a:buNone/>
              <a:defRPr sz="1650" b="1">
                <a:solidFill>
                  <a:srgbClr val="20334A"/>
                </a:solidFill>
                <a:latin typeface="Arial"/>
                <a:ea typeface="Arial"/>
                <a:cs typeface="Arial"/>
              </a:defRPr>
            </a:lvl1pPr>
            <a:lvl2pPr algn="l">
              <a:buNone/>
              <a:defRPr sz="1650" b="1">
                <a:solidFill>
                  <a:srgbClr val="20334A"/>
                </a:solidFill>
                <a:latin typeface="Arial"/>
                <a:ea typeface="Arial"/>
                <a:cs typeface="Arial"/>
              </a:defRPr>
            </a:lvl2pPr>
            <a:lvl3pPr algn="l">
              <a:buNone/>
              <a:defRPr sz="1650" b="1">
                <a:solidFill>
                  <a:srgbClr val="20334A"/>
                </a:solidFill>
                <a:latin typeface="Arial"/>
                <a:ea typeface="Arial"/>
                <a:cs typeface="Arial"/>
              </a:defRPr>
            </a:lvl3pPr>
            <a:lvl4pPr algn="l">
              <a:buNone/>
              <a:defRPr sz="1650" b="1">
                <a:solidFill>
                  <a:srgbClr val="20334A"/>
                </a:solidFill>
                <a:latin typeface="Arial"/>
                <a:ea typeface="Arial"/>
                <a:cs typeface="Arial"/>
              </a:defRPr>
            </a:lvl4pPr>
            <a:lvl5pPr algn="l">
              <a:buNone/>
              <a:defRPr sz="1650" b="1">
                <a:solidFill>
                  <a:srgbClr val="20334A"/>
                </a:solidFill>
                <a:latin typeface="Arial"/>
                <a:ea typeface="Arial"/>
                <a:cs typeface="Arial"/>
              </a:defRPr>
            </a:lvl5pPr>
            <a:lvl6pPr algn="l">
              <a:buNone/>
              <a:defRPr sz="1650" b="1">
                <a:solidFill>
                  <a:srgbClr val="20334A"/>
                </a:solidFill>
                <a:latin typeface="Arial"/>
                <a:ea typeface="Arial"/>
                <a:cs typeface="Arial"/>
              </a:defRPr>
            </a:lvl6pPr>
            <a:lvl7pPr algn="l">
              <a:buNone/>
              <a:defRPr sz="1650" b="1">
                <a:solidFill>
                  <a:srgbClr val="20334A"/>
                </a:solidFill>
                <a:latin typeface="Arial"/>
                <a:ea typeface="Arial"/>
                <a:cs typeface="Arial"/>
              </a:defRPr>
            </a:lvl7pPr>
            <a:lvl8pPr algn="l">
              <a:buNone/>
              <a:defRPr sz="1650" b="1">
                <a:solidFill>
                  <a:srgbClr val="20334A"/>
                </a:solidFill>
                <a:latin typeface="Arial"/>
                <a:ea typeface="Arial"/>
                <a:cs typeface="Arial"/>
              </a:defRPr>
            </a:lvl8pPr>
            <a:lvl9pPr algn="l">
              <a:buNone/>
              <a:defRPr sz="1650" b="1">
                <a:solidFill>
                  <a:srgbClr val="20334A"/>
                </a:solidFill>
                <a:latin typeface="Arial"/>
                <a:ea typeface="Arial"/>
                <a:cs typeface="Arial"/>
              </a:defRPr>
            </a:lvl9pPr>
          </a:lstStyle>
          <a:p>
            <a:pPr algn="l">
              <a:buNone/>
              <a:defRPr sz="1650" b="1">
                <a:solidFill>
                  <a:srgbClr val="20334A"/>
                </a:solidFill>
                <a:latin typeface="Arial"/>
                <a:ea typeface="Arial"/>
                <a:cs typeface="Arial"/>
              </a:defRPr>
            </a:pPr>
            <a:r>
              <a:rPr sz="1650" b="1">
                <a:solidFill>
                  <a:srgbClr val="20334A"/>
                </a:solidFill>
                <a:latin typeface="Arial"/>
                <a:ea typeface="Arial"/>
                <a:cs typeface="Arial"/>
              </a:rPr>
              <a:t>Same marker beginning one bit later in a schematic stream</a:t>
            </a:r>
          </a:p>
        </p:txBody>
      </p:sp>
      <p:sp>
        <p:nvSpPr>
          <p:cNvPr id="39" name="Diagram 112">
            <a:extLst>
              <a:ext uri="{FF2B5EF4-FFF2-40B4-BE49-F238E27FC236}">
                <a16:creationId xmlns:a16="http://schemas.microsoft.com/office/drawing/2014/main" id="{A31782FE-B7C3-4DA4-B865-7292D333ECE5}"/>
              </a:ext>
            </a:extLst>
          </p:cNvPr>
          <p:cNvSpPr>
            <a:spLocks noGrp="1"/>
          </p:cNvSpPr>
          <p:nvPr/>
        </p:nvSpPr>
        <p:spPr>
          <a:xfrm>
            <a:off x="685800" y="3552825"/>
            <a:ext cx="327891" cy="542925"/>
          </a:xfrm>
          <a:prstGeom prst="rect">
            <a:avLst/>
          </a:prstGeom>
          <a:solidFill>
            <a:srgbClr val="FFFFFF"/>
          </a:solidFill>
          <a:ln w="19050">
            <a:solidFill>
              <a:srgbClr val="B8C6CE"/>
            </a:solidFill>
          </a:ln>
        </p:spPr>
        <p:txBody>
          <a:bodyPr wrap="square" lIns="0" tIns="0" rIns="0" bIns="0" anchor="ctr">
            <a:noAutofit/>
          </a:bodyPr>
          <a:lstStyle>
            <a:lvl1pPr algn="ctr">
              <a:buNone/>
              <a:defRPr sz="1575" b="0">
                <a:solidFill>
                  <a:srgbClr val="20334A"/>
                </a:solidFill>
                <a:latin typeface="Consolas"/>
                <a:ea typeface="Consolas"/>
                <a:cs typeface="Consolas"/>
              </a:defRPr>
            </a:lvl1pPr>
            <a:lvl2pPr algn="ctr">
              <a:buNone/>
              <a:defRPr sz="1575" b="0">
                <a:solidFill>
                  <a:srgbClr val="20334A"/>
                </a:solidFill>
                <a:latin typeface="Consolas"/>
                <a:ea typeface="Consolas"/>
                <a:cs typeface="Consolas"/>
              </a:defRPr>
            </a:lvl2pPr>
            <a:lvl3pPr algn="ctr">
              <a:buNone/>
              <a:defRPr sz="1575" b="0">
                <a:solidFill>
                  <a:srgbClr val="20334A"/>
                </a:solidFill>
                <a:latin typeface="Consolas"/>
                <a:ea typeface="Consolas"/>
                <a:cs typeface="Consolas"/>
              </a:defRPr>
            </a:lvl3pPr>
            <a:lvl4pPr algn="ctr">
              <a:buNone/>
              <a:defRPr sz="1575" b="0">
                <a:solidFill>
                  <a:srgbClr val="20334A"/>
                </a:solidFill>
                <a:latin typeface="Consolas"/>
                <a:ea typeface="Consolas"/>
                <a:cs typeface="Consolas"/>
              </a:defRPr>
            </a:lvl4pPr>
            <a:lvl5pPr algn="ctr">
              <a:buNone/>
              <a:defRPr sz="1575" b="0">
                <a:solidFill>
                  <a:srgbClr val="20334A"/>
                </a:solidFill>
                <a:latin typeface="Consolas"/>
                <a:ea typeface="Consolas"/>
                <a:cs typeface="Consolas"/>
              </a:defRPr>
            </a:lvl5pPr>
            <a:lvl6pPr algn="ctr">
              <a:buNone/>
              <a:defRPr sz="1575" b="0">
                <a:solidFill>
                  <a:srgbClr val="20334A"/>
                </a:solidFill>
                <a:latin typeface="Consolas"/>
                <a:ea typeface="Consolas"/>
                <a:cs typeface="Consolas"/>
              </a:defRPr>
            </a:lvl6pPr>
            <a:lvl7pPr algn="ctr">
              <a:buNone/>
              <a:defRPr sz="1575" b="0">
                <a:solidFill>
                  <a:srgbClr val="20334A"/>
                </a:solidFill>
                <a:latin typeface="Consolas"/>
                <a:ea typeface="Consolas"/>
                <a:cs typeface="Consolas"/>
              </a:defRPr>
            </a:lvl7pPr>
            <a:lvl8pPr algn="ctr">
              <a:buNone/>
              <a:defRPr sz="1575" b="0">
                <a:solidFill>
                  <a:srgbClr val="20334A"/>
                </a:solidFill>
                <a:latin typeface="Consolas"/>
                <a:ea typeface="Consolas"/>
                <a:cs typeface="Consolas"/>
              </a:defRPr>
            </a:lvl8pPr>
            <a:lvl9pPr algn="ctr">
              <a:buNone/>
              <a:defRPr sz="1575" b="0">
                <a:solidFill>
                  <a:srgbClr val="20334A"/>
                </a:solidFill>
                <a:latin typeface="Consolas"/>
                <a:ea typeface="Consolas"/>
                <a:cs typeface="Consolas"/>
              </a:defRPr>
            </a:lvl9pPr>
          </a:lstStyle>
          <a:p>
            <a:pPr algn="ctr">
              <a:buNone/>
              <a:defRPr sz="1575" b="0">
                <a:solidFill>
                  <a:srgbClr val="20334A"/>
                </a:solidFill>
                <a:latin typeface="Consolas"/>
                <a:ea typeface="Consolas"/>
                <a:cs typeface="Consolas"/>
              </a:defRPr>
            </a:pPr>
            <a:r>
              <a:rPr sz="1575" b="0">
                <a:solidFill>
                  <a:srgbClr val="20334A"/>
                </a:solidFill>
                <a:latin typeface="Consolas"/>
                <a:ea typeface="Consolas"/>
                <a:cs typeface="Consolas"/>
              </a:rPr>
              <a:t>0</a:t>
            </a:r>
          </a:p>
        </p:txBody>
      </p:sp>
      <p:sp>
        <p:nvSpPr>
          <p:cNvPr id="40" name="Diagram 113">
            <a:extLst>
              <a:ext uri="{FF2B5EF4-FFF2-40B4-BE49-F238E27FC236}">
                <a16:creationId xmlns:a16="http://schemas.microsoft.com/office/drawing/2014/main" id="{8B1D38A5-D595-4A6C-AA8E-0B9CDF42A49D}"/>
              </a:ext>
            </a:extLst>
          </p:cNvPr>
          <p:cNvSpPr>
            <a:spLocks noGrp="1"/>
          </p:cNvSpPr>
          <p:nvPr/>
        </p:nvSpPr>
        <p:spPr>
          <a:xfrm>
            <a:off x="1013691"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41" name="Diagram 114">
            <a:extLst>
              <a:ext uri="{FF2B5EF4-FFF2-40B4-BE49-F238E27FC236}">
                <a16:creationId xmlns:a16="http://schemas.microsoft.com/office/drawing/2014/main" id="{A35F10C8-6228-4A48-99BD-34E15904A9BA}"/>
              </a:ext>
            </a:extLst>
          </p:cNvPr>
          <p:cNvSpPr>
            <a:spLocks noGrp="1"/>
          </p:cNvSpPr>
          <p:nvPr/>
        </p:nvSpPr>
        <p:spPr>
          <a:xfrm>
            <a:off x="1341582"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42" name="Diagram 115">
            <a:extLst>
              <a:ext uri="{FF2B5EF4-FFF2-40B4-BE49-F238E27FC236}">
                <a16:creationId xmlns:a16="http://schemas.microsoft.com/office/drawing/2014/main" id="{3CC0580E-AD11-4CAF-86C3-BC950802A212}"/>
              </a:ext>
            </a:extLst>
          </p:cNvPr>
          <p:cNvSpPr>
            <a:spLocks noGrp="1"/>
          </p:cNvSpPr>
          <p:nvPr/>
        </p:nvSpPr>
        <p:spPr>
          <a:xfrm>
            <a:off x="1669473"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43" name="Diagram 116">
            <a:extLst>
              <a:ext uri="{FF2B5EF4-FFF2-40B4-BE49-F238E27FC236}">
                <a16:creationId xmlns:a16="http://schemas.microsoft.com/office/drawing/2014/main" id="{51CD59CC-EA93-40AD-BB42-4CEDCE289454}"/>
              </a:ext>
            </a:extLst>
          </p:cNvPr>
          <p:cNvSpPr>
            <a:spLocks noGrp="1"/>
          </p:cNvSpPr>
          <p:nvPr/>
        </p:nvSpPr>
        <p:spPr>
          <a:xfrm>
            <a:off x="1997364"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44" name="Diagram 117">
            <a:extLst>
              <a:ext uri="{FF2B5EF4-FFF2-40B4-BE49-F238E27FC236}">
                <a16:creationId xmlns:a16="http://schemas.microsoft.com/office/drawing/2014/main" id="{5E458025-9ABC-4AC6-A43A-F4CFDD007D2B}"/>
              </a:ext>
            </a:extLst>
          </p:cNvPr>
          <p:cNvSpPr>
            <a:spLocks noGrp="1"/>
          </p:cNvSpPr>
          <p:nvPr/>
        </p:nvSpPr>
        <p:spPr>
          <a:xfrm>
            <a:off x="2325255"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45" name="Diagram 118">
            <a:extLst>
              <a:ext uri="{FF2B5EF4-FFF2-40B4-BE49-F238E27FC236}">
                <a16:creationId xmlns:a16="http://schemas.microsoft.com/office/drawing/2014/main" id="{E3A19132-9095-4F80-936B-4C9B232F5C21}"/>
              </a:ext>
            </a:extLst>
          </p:cNvPr>
          <p:cNvSpPr>
            <a:spLocks noGrp="1"/>
          </p:cNvSpPr>
          <p:nvPr/>
        </p:nvSpPr>
        <p:spPr>
          <a:xfrm>
            <a:off x="2653145"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46" name="Diagram 119">
            <a:extLst>
              <a:ext uri="{FF2B5EF4-FFF2-40B4-BE49-F238E27FC236}">
                <a16:creationId xmlns:a16="http://schemas.microsoft.com/office/drawing/2014/main" id="{9D45B232-363B-4203-A412-A3144648FDA5}"/>
              </a:ext>
            </a:extLst>
          </p:cNvPr>
          <p:cNvSpPr>
            <a:spLocks noGrp="1"/>
          </p:cNvSpPr>
          <p:nvPr/>
        </p:nvSpPr>
        <p:spPr>
          <a:xfrm>
            <a:off x="2981036"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47" name="Diagram 120">
            <a:extLst>
              <a:ext uri="{FF2B5EF4-FFF2-40B4-BE49-F238E27FC236}">
                <a16:creationId xmlns:a16="http://schemas.microsoft.com/office/drawing/2014/main" id="{586E1923-BE0B-4E42-8A0C-CF6B3E875633}"/>
              </a:ext>
            </a:extLst>
          </p:cNvPr>
          <p:cNvSpPr>
            <a:spLocks noGrp="1"/>
          </p:cNvSpPr>
          <p:nvPr/>
        </p:nvSpPr>
        <p:spPr>
          <a:xfrm>
            <a:off x="3308927" y="3552825"/>
            <a:ext cx="327891"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48" name="Diagram 121">
            <a:extLst>
              <a:ext uri="{FF2B5EF4-FFF2-40B4-BE49-F238E27FC236}">
                <a16:creationId xmlns:a16="http://schemas.microsoft.com/office/drawing/2014/main" id="{F563864E-FB9B-420C-8778-4AB0B05BBA8D}"/>
              </a:ext>
            </a:extLst>
          </p:cNvPr>
          <p:cNvSpPr>
            <a:spLocks noGrp="1"/>
          </p:cNvSpPr>
          <p:nvPr/>
        </p:nvSpPr>
        <p:spPr>
          <a:xfrm>
            <a:off x="3636818"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49" name="Diagram 122">
            <a:extLst>
              <a:ext uri="{FF2B5EF4-FFF2-40B4-BE49-F238E27FC236}">
                <a16:creationId xmlns:a16="http://schemas.microsoft.com/office/drawing/2014/main" id="{F1CD82C2-1AD4-4482-88EE-877267F570AD}"/>
              </a:ext>
            </a:extLst>
          </p:cNvPr>
          <p:cNvSpPr>
            <a:spLocks noGrp="1"/>
          </p:cNvSpPr>
          <p:nvPr/>
        </p:nvSpPr>
        <p:spPr>
          <a:xfrm>
            <a:off x="3964709"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0" name="Diagram 123">
            <a:extLst>
              <a:ext uri="{FF2B5EF4-FFF2-40B4-BE49-F238E27FC236}">
                <a16:creationId xmlns:a16="http://schemas.microsoft.com/office/drawing/2014/main" id="{B804FF49-5EEE-49C4-8792-0C93B7161FA0}"/>
              </a:ext>
            </a:extLst>
          </p:cNvPr>
          <p:cNvSpPr>
            <a:spLocks noGrp="1"/>
          </p:cNvSpPr>
          <p:nvPr/>
        </p:nvSpPr>
        <p:spPr>
          <a:xfrm>
            <a:off x="4292600"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51" name="Diagram 124">
            <a:extLst>
              <a:ext uri="{FF2B5EF4-FFF2-40B4-BE49-F238E27FC236}">
                <a16:creationId xmlns:a16="http://schemas.microsoft.com/office/drawing/2014/main" id="{9280EFFB-441D-4582-9F92-AF3891D09FEB}"/>
              </a:ext>
            </a:extLst>
          </p:cNvPr>
          <p:cNvSpPr>
            <a:spLocks noGrp="1"/>
          </p:cNvSpPr>
          <p:nvPr/>
        </p:nvSpPr>
        <p:spPr>
          <a:xfrm>
            <a:off x="4620491"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52" name="Diagram 125">
            <a:extLst>
              <a:ext uri="{FF2B5EF4-FFF2-40B4-BE49-F238E27FC236}">
                <a16:creationId xmlns:a16="http://schemas.microsoft.com/office/drawing/2014/main" id="{4D8C1123-7B27-4B2C-A0DB-B5BE6306A9DB}"/>
              </a:ext>
            </a:extLst>
          </p:cNvPr>
          <p:cNvSpPr>
            <a:spLocks noGrp="1"/>
          </p:cNvSpPr>
          <p:nvPr/>
        </p:nvSpPr>
        <p:spPr>
          <a:xfrm>
            <a:off x="4948382"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3" name="Diagram 126">
            <a:extLst>
              <a:ext uri="{FF2B5EF4-FFF2-40B4-BE49-F238E27FC236}">
                <a16:creationId xmlns:a16="http://schemas.microsoft.com/office/drawing/2014/main" id="{2A1B9C94-F6DF-4C0E-8B0D-E2A5DD5D0C03}"/>
              </a:ext>
            </a:extLst>
          </p:cNvPr>
          <p:cNvSpPr>
            <a:spLocks noGrp="1"/>
          </p:cNvSpPr>
          <p:nvPr/>
        </p:nvSpPr>
        <p:spPr>
          <a:xfrm>
            <a:off x="5276273"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4" name="Diagram 127">
            <a:extLst>
              <a:ext uri="{FF2B5EF4-FFF2-40B4-BE49-F238E27FC236}">
                <a16:creationId xmlns:a16="http://schemas.microsoft.com/office/drawing/2014/main" id="{8A82173D-8116-46B3-84AA-E82B19BE337B}"/>
              </a:ext>
            </a:extLst>
          </p:cNvPr>
          <p:cNvSpPr>
            <a:spLocks noGrp="1"/>
          </p:cNvSpPr>
          <p:nvPr/>
        </p:nvSpPr>
        <p:spPr>
          <a:xfrm>
            <a:off x="5604164"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5" name="Diagram 128">
            <a:extLst>
              <a:ext uri="{FF2B5EF4-FFF2-40B4-BE49-F238E27FC236}">
                <a16:creationId xmlns:a16="http://schemas.microsoft.com/office/drawing/2014/main" id="{2DA6C1DB-69E1-4D80-A3F6-47A1B1581F2C}"/>
              </a:ext>
            </a:extLst>
          </p:cNvPr>
          <p:cNvSpPr>
            <a:spLocks noGrp="1"/>
          </p:cNvSpPr>
          <p:nvPr/>
        </p:nvSpPr>
        <p:spPr>
          <a:xfrm>
            <a:off x="5932055" y="3552825"/>
            <a:ext cx="327891"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6" name="Diagram 129">
            <a:extLst>
              <a:ext uri="{FF2B5EF4-FFF2-40B4-BE49-F238E27FC236}">
                <a16:creationId xmlns:a16="http://schemas.microsoft.com/office/drawing/2014/main" id="{DCEE3B13-5701-4AEE-A5E1-3B4273A2068E}"/>
              </a:ext>
            </a:extLst>
          </p:cNvPr>
          <p:cNvSpPr>
            <a:spLocks noGrp="1"/>
          </p:cNvSpPr>
          <p:nvPr/>
        </p:nvSpPr>
        <p:spPr>
          <a:xfrm>
            <a:off x="6259945"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7" name="Diagram 130">
            <a:extLst>
              <a:ext uri="{FF2B5EF4-FFF2-40B4-BE49-F238E27FC236}">
                <a16:creationId xmlns:a16="http://schemas.microsoft.com/office/drawing/2014/main" id="{8CFDA101-24C3-4E81-ACA7-F50FA9542BBE}"/>
              </a:ext>
            </a:extLst>
          </p:cNvPr>
          <p:cNvSpPr>
            <a:spLocks noGrp="1"/>
          </p:cNvSpPr>
          <p:nvPr/>
        </p:nvSpPr>
        <p:spPr>
          <a:xfrm>
            <a:off x="6587836"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8" name="Diagram 131">
            <a:extLst>
              <a:ext uri="{FF2B5EF4-FFF2-40B4-BE49-F238E27FC236}">
                <a16:creationId xmlns:a16="http://schemas.microsoft.com/office/drawing/2014/main" id="{7E99C956-7178-446C-B5C0-8230BA9AB8DE}"/>
              </a:ext>
            </a:extLst>
          </p:cNvPr>
          <p:cNvSpPr>
            <a:spLocks noGrp="1"/>
          </p:cNvSpPr>
          <p:nvPr/>
        </p:nvSpPr>
        <p:spPr>
          <a:xfrm>
            <a:off x="6915727"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59" name="Diagram 132">
            <a:extLst>
              <a:ext uri="{FF2B5EF4-FFF2-40B4-BE49-F238E27FC236}">
                <a16:creationId xmlns:a16="http://schemas.microsoft.com/office/drawing/2014/main" id="{C21B9542-6A27-4B60-B396-104D0088CD32}"/>
              </a:ext>
            </a:extLst>
          </p:cNvPr>
          <p:cNvSpPr>
            <a:spLocks noGrp="1"/>
          </p:cNvSpPr>
          <p:nvPr/>
        </p:nvSpPr>
        <p:spPr>
          <a:xfrm>
            <a:off x="7243618"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60" name="Diagram 133">
            <a:extLst>
              <a:ext uri="{FF2B5EF4-FFF2-40B4-BE49-F238E27FC236}">
                <a16:creationId xmlns:a16="http://schemas.microsoft.com/office/drawing/2014/main" id="{8D98F3F5-1D83-44D8-8D56-532A2C2D6C5E}"/>
              </a:ext>
            </a:extLst>
          </p:cNvPr>
          <p:cNvSpPr>
            <a:spLocks noGrp="1"/>
          </p:cNvSpPr>
          <p:nvPr/>
        </p:nvSpPr>
        <p:spPr>
          <a:xfrm>
            <a:off x="7571509"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61" name="Diagram 134">
            <a:extLst>
              <a:ext uri="{FF2B5EF4-FFF2-40B4-BE49-F238E27FC236}">
                <a16:creationId xmlns:a16="http://schemas.microsoft.com/office/drawing/2014/main" id="{C02C2027-5C1F-44E6-9CC6-CBFCA9AE7888}"/>
              </a:ext>
            </a:extLst>
          </p:cNvPr>
          <p:cNvSpPr>
            <a:spLocks noGrp="1"/>
          </p:cNvSpPr>
          <p:nvPr/>
        </p:nvSpPr>
        <p:spPr>
          <a:xfrm>
            <a:off x="7899400"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62" name="Diagram 135">
            <a:extLst>
              <a:ext uri="{FF2B5EF4-FFF2-40B4-BE49-F238E27FC236}">
                <a16:creationId xmlns:a16="http://schemas.microsoft.com/office/drawing/2014/main" id="{12B9E4C6-9679-4CA8-9534-8316399C4133}"/>
              </a:ext>
            </a:extLst>
          </p:cNvPr>
          <p:cNvSpPr>
            <a:spLocks noGrp="1"/>
          </p:cNvSpPr>
          <p:nvPr/>
        </p:nvSpPr>
        <p:spPr>
          <a:xfrm>
            <a:off x="8227291"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63" name="Diagram 136">
            <a:extLst>
              <a:ext uri="{FF2B5EF4-FFF2-40B4-BE49-F238E27FC236}">
                <a16:creationId xmlns:a16="http://schemas.microsoft.com/office/drawing/2014/main" id="{47701C1C-C123-460D-904D-804CF708C9F3}"/>
              </a:ext>
            </a:extLst>
          </p:cNvPr>
          <p:cNvSpPr>
            <a:spLocks noGrp="1"/>
          </p:cNvSpPr>
          <p:nvPr/>
        </p:nvSpPr>
        <p:spPr>
          <a:xfrm>
            <a:off x="8555182" y="3552825"/>
            <a:ext cx="327891"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64" name="Diagram 137">
            <a:extLst>
              <a:ext uri="{FF2B5EF4-FFF2-40B4-BE49-F238E27FC236}">
                <a16:creationId xmlns:a16="http://schemas.microsoft.com/office/drawing/2014/main" id="{532F7EC3-91CF-4B78-991C-1981CE1E333F}"/>
              </a:ext>
            </a:extLst>
          </p:cNvPr>
          <p:cNvSpPr>
            <a:spLocks noGrp="1"/>
          </p:cNvSpPr>
          <p:nvPr/>
        </p:nvSpPr>
        <p:spPr>
          <a:xfrm>
            <a:off x="8883073"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65" name="Diagram 138">
            <a:extLst>
              <a:ext uri="{FF2B5EF4-FFF2-40B4-BE49-F238E27FC236}">
                <a16:creationId xmlns:a16="http://schemas.microsoft.com/office/drawing/2014/main" id="{93129A77-D2A6-41D5-8E56-4B3BB6C09C11}"/>
              </a:ext>
            </a:extLst>
          </p:cNvPr>
          <p:cNvSpPr>
            <a:spLocks noGrp="1"/>
          </p:cNvSpPr>
          <p:nvPr/>
        </p:nvSpPr>
        <p:spPr>
          <a:xfrm>
            <a:off x="9210964"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66" name="Diagram 139">
            <a:extLst>
              <a:ext uri="{FF2B5EF4-FFF2-40B4-BE49-F238E27FC236}">
                <a16:creationId xmlns:a16="http://schemas.microsoft.com/office/drawing/2014/main" id="{781879AC-0834-4F7B-8BE0-F6E7BFD5A1AF}"/>
              </a:ext>
            </a:extLst>
          </p:cNvPr>
          <p:cNvSpPr>
            <a:spLocks noGrp="1"/>
          </p:cNvSpPr>
          <p:nvPr/>
        </p:nvSpPr>
        <p:spPr>
          <a:xfrm>
            <a:off x="9538855"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67" name="Diagram 140">
            <a:extLst>
              <a:ext uri="{FF2B5EF4-FFF2-40B4-BE49-F238E27FC236}">
                <a16:creationId xmlns:a16="http://schemas.microsoft.com/office/drawing/2014/main" id="{2D2A22C1-8D12-48E6-9D0E-05575C504872}"/>
              </a:ext>
            </a:extLst>
          </p:cNvPr>
          <p:cNvSpPr>
            <a:spLocks noGrp="1"/>
          </p:cNvSpPr>
          <p:nvPr/>
        </p:nvSpPr>
        <p:spPr>
          <a:xfrm>
            <a:off x="9866745"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68" name="Diagram 141">
            <a:extLst>
              <a:ext uri="{FF2B5EF4-FFF2-40B4-BE49-F238E27FC236}">
                <a16:creationId xmlns:a16="http://schemas.microsoft.com/office/drawing/2014/main" id="{1F572597-D8FB-45CA-A3C5-F0005803C323}"/>
              </a:ext>
            </a:extLst>
          </p:cNvPr>
          <p:cNvSpPr>
            <a:spLocks noGrp="1"/>
          </p:cNvSpPr>
          <p:nvPr/>
        </p:nvSpPr>
        <p:spPr>
          <a:xfrm>
            <a:off x="10194636"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69" name="Diagram 142">
            <a:extLst>
              <a:ext uri="{FF2B5EF4-FFF2-40B4-BE49-F238E27FC236}">
                <a16:creationId xmlns:a16="http://schemas.microsoft.com/office/drawing/2014/main" id="{6EE7DB3B-8B29-4ED6-AD8F-29A9E7853B25}"/>
              </a:ext>
            </a:extLst>
          </p:cNvPr>
          <p:cNvSpPr>
            <a:spLocks noGrp="1"/>
          </p:cNvSpPr>
          <p:nvPr/>
        </p:nvSpPr>
        <p:spPr>
          <a:xfrm>
            <a:off x="10522527"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70" name="Diagram 143">
            <a:extLst>
              <a:ext uri="{FF2B5EF4-FFF2-40B4-BE49-F238E27FC236}">
                <a16:creationId xmlns:a16="http://schemas.microsoft.com/office/drawing/2014/main" id="{902B8B1E-6C1C-4FFD-8D94-B40CE7473D85}"/>
              </a:ext>
            </a:extLst>
          </p:cNvPr>
          <p:cNvSpPr>
            <a:spLocks noGrp="1"/>
          </p:cNvSpPr>
          <p:nvPr/>
        </p:nvSpPr>
        <p:spPr>
          <a:xfrm>
            <a:off x="10850418" y="3552825"/>
            <a:ext cx="327891" cy="542925"/>
          </a:xfrm>
          <a:prstGeom prst="rect">
            <a:avLst/>
          </a:prstGeom>
          <a:solidFill>
            <a:srgbClr val="EDF4F5"/>
          </a:solidFill>
          <a:ln w="9525">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0</a:t>
            </a:r>
          </a:p>
        </p:txBody>
      </p:sp>
      <p:sp>
        <p:nvSpPr>
          <p:cNvPr id="71" name="Diagram 144">
            <a:extLst>
              <a:ext uri="{FF2B5EF4-FFF2-40B4-BE49-F238E27FC236}">
                <a16:creationId xmlns:a16="http://schemas.microsoft.com/office/drawing/2014/main" id="{2565B45C-30E2-4BE5-9B8D-43B6321652CC}"/>
              </a:ext>
            </a:extLst>
          </p:cNvPr>
          <p:cNvSpPr>
            <a:spLocks noGrp="1"/>
          </p:cNvSpPr>
          <p:nvPr/>
        </p:nvSpPr>
        <p:spPr>
          <a:xfrm>
            <a:off x="11178309" y="3552825"/>
            <a:ext cx="327891" cy="542925"/>
          </a:xfrm>
          <a:prstGeom prst="rect">
            <a:avLst/>
          </a:prstGeom>
          <a:solidFill>
            <a:srgbClr val="EDF4F5"/>
          </a:solidFill>
          <a:ln w="19050">
            <a:solidFill>
              <a:srgbClr val="166D73"/>
            </a:solidFill>
          </a:ln>
        </p:spPr>
        <p:txBody>
          <a:bodyPr wrap="square" lIns="0" tIns="0" rIns="0" bIns="0" anchor="ctr">
            <a:noAutofit/>
          </a:bodyPr>
          <a:lstStyle>
            <a:lvl1pPr algn="ctr">
              <a:buNone/>
              <a:defRPr sz="1575" b="0">
                <a:solidFill>
                  <a:srgbClr val="166D73"/>
                </a:solidFill>
                <a:latin typeface="Consolas"/>
                <a:ea typeface="Consolas"/>
                <a:cs typeface="Consolas"/>
              </a:defRPr>
            </a:lvl1pPr>
            <a:lvl2pPr algn="ctr">
              <a:buNone/>
              <a:defRPr sz="1575" b="0">
                <a:solidFill>
                  <a:srgbClr val="166D73"/>
                </a:solidFill>
                <a:latin typeface="Consolas"/>
                <a:ea typeface="Consolas"/>
                <a:cs typeface="Consolas"/>
              </a:defRPr>
            </a:lvl2pPr>
            <a:lvl3pPr algn="ctr">
              <a:buNone/>
              <a:defRPr sz="1575" b="0">
                <a:solidFill>
                  <a:srgbClr val="166D73"/>
                </a:solidFill>
                <a:latin typeface="Consolas"/>
                <a:ea typeface="Consolas"/>
                <a:cs typeface="Consolas"/>
              </a:defRPr>
            </a:lvl3pPr>
            <a:lvl4pPr algn="ctr">
              <a:buNone/>
              <a:defRPr sz="1575" b="0">
                <a:solidFill>
                  <a:srgbClr val="166D73"/>
                </a:solidFill>
                <a:latin typeface="Consolas"/>
                <a:ea typeface="Consolas"/>
                <a:cs typeface="Consolas"/>
              </a:defRPr>
            </a:lvl4pPr>
            <a:lvl5pPr algn="ctr">
              <a:buNone/>
              <a:defRPr sz="1575" b="0">
                <a:solidFill>
                  <a:srgbClr val="166D73"/>
                </a:solidFill>
                <a:latin typeface="Consolas"/>
                <a:ea typeface="Consolas"/>
                <a:cs typeface="Consolas"/>
              </a:defRPr>
            </a:lvl5pPr>
            <a:lvl6pPr algn="ctr">
              <a:buNone/>
              <a:defRPr sz="1575" b="0">
                <a:solidFill>
                  <a:srgbClr val="166D73"/>
                </a:solidFill>
                <a:latin typeface="Consolas"/>
                <a:ea typeface="Consolas"/>
                <a:cs typeface="Consolas"/>
              </a:defRPr>
            </a:lvl6pPr>
            <a:lvl7pPr algn="ctr">
              <a:buNone/>
              <a:defRPr sz="1575" b="0">
                <a:solidFill>
                  <a:srgbClr val="166D73"/>
                </a:solidFill>
                <a:latin typeface="Consolas"/>
                <a:ea typeface="Consolas"/>
                <a:cs typeface="Consolas"/>
              </a:defRPr>
            </a:lvl7pPr>
            <a:lvl8pPr algn="ctr">
              <a:buNone/>
              <a:defRPr sz="1575" b="0">
                <a:solidFill>
                  <a:srgbClr val="166D73"/>
                </a:solidFill>
                <a:latin typeface="Consolas"/>
                <a:ea typeface="Consolas"/>
                <a:cs typeface="Consolas"/>
              </a:defRPr>
            </a:lvl8pPr>
            <a:lvl9pPr algn="ctr">
              <a:buNone/>
              <a:defRPr sz="1575" b="0">
                <a:solidFill>
                  <a:srgbClr val="166D73"/>
                </a:solidFill>
                <a:latin typeface="Consolas"/>
                <a:ea typeface="Consolas"/>
                <a:cs typeface="Consolas"/>
              </a:defRPr>
            </a:lvl9pPr>
          </a:lstStyle>
          <a:p>
            <a:pPr algn="ctr">
              <a:buNone/>
              <a:defRPr sz="1575" b="0">
                <a:solidFill>
                  <a:srgbClr val="166D73"/>
                </a:solidFill>
                <a:latin typeface="Consolas"/>
                <a:ea typeface="Consolas"/>
                <a:cs typeface="Consolas"/>
              </a:defRPr>
            </a:pPr>
            <a:r>
              <a:rPr sz="1575" b="0">
                <a:solidFill>
                  <a:srgbClr val="166D73"/>
                </a:solidFill>
                <a:latin typeface="Consolas"/>
                <a:ea typeface="Consolas"/>
                <a:cs typeface="Consolas"/>
              </a:rPr>
              <a:t>1</a:t>
            </a:r>
          </a:p>
        </p:txBody>
      </p:sp>
      <p:sp>
        <p:nvSpPr>
          <p:cNvPr id="72" name="Diagram 145">
            <a:extLst>
              <a:ext uri="{FF2B5EF4-FFF2-40B4-BE49-F238E27FC236}">
                <a16:creationId xmlns:a16="http://schemas.microsoft.com/office/drawing/2014/main" id="{49886E5C-03FB-45E9-B3C5-8A2A3B439CC2}"/>
              </a:ext>
            </a:extLst>
          </p:cNvPr>
          <p:cNvSpPr>
            <a:spLocks noGrp="1"/>
          </p:cNvSpPr>
          <p:nvPr/>
        </p:nvSpPr>
        <p:spPr>
          <a:xfrm>
            <a:off x="685800" y="4705350"/>
            <a:ext cx="2857500" cy="6096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Compare a 32-bit window</a:t>
            </a:r>
          </a:p>
        </p:txBody>
      </p:sp>
      <p:sp>
        <p:nvSpPr>
          <p:cNvPr id="73" name="Diagram 146">
            <a:extLst>
              <a:ext uri="{FF2B5EF4-FFF2-40B4-BE49-F238E27FC236}">
                <a16:creationId xmlns:a16="http://schemas.microsoft.com/office/drawing/2014/main" id="{9D8B64BA-CEF4-435D-8DBD-8FEB91660DCB}"/>
              </a:ext>
            </a:extLst>
          </p:cNvPr>
          <p:cNvSpPr>
            <a:spLocks noGrp="1"/>
          </p:cNvSpPr>
          <p:nvPr/>
        </p:nvSpPr>
        <p:spPr>
          <a:xfrm>
            <a:off x="4667250" y="4705350"/>
            <a:ext cx="2857500" cy="6096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650" b="0">
                <a:solidFill>
                  <a:srgbClr val="20334A"/>
                </a:solidFill>
                <a:latin typeface="Arial"/>
                <a:ea typeface="Arial"/>
                <a:cs typeface="Arial"/>
              </a:defRPr>
            </a:lvl1pPr>
            <a:lvl2pPr algn="ctr">
              <a:buNone/>
              <a:defRPr sz="1650" b="0">
                <a:solidFill>
                  <a:srgbClr val="20334A"/>
                </a:solidFill>
                <a:latin typeface="Arial"/>
                <a:ea typeface="Arial"/>
                <a:cs typeface="Arial"/>
              </a:defRPr>
            </a:lvl2pPr>
            <a:lvl3pPr algn="ctr">
              <a:buNone/>
              <a:defRPr sz="1650" b="0">
                <a:solidFill>
                  <a:srgbClr val="20334A"/>
                </a:solidFill>
                <a:latin typeface="Arial"/>
                <a:ea typeface="Arial"/>
                <a:cs typeface="Arial"/>
              </a:defRPr>
            </a:lvl3pPr>
            <a:lvl4pPr algn="ctr">
              <a:buNone/>
              <a:defRPr sz="1650" b="0">
                <a:solidFill>
                  <a:srgbClr val="20334A"/>
                </a:solidFill>
                <a:latin typeface="Arial"/>
                <a:ea typeface="Arial"/>
                <a:cs typeface="Arial"/>
              </a:defRPr>
            </a:lvl4pPr>
            <a:lvl5pPr algn="ctr">
              <a:buNone/>
              <a:defRPr sz="1650" b="0">
                <a:solidFill>
                  <a:srgbClr val="20334A"/>
                </a:solidFill>
                <a:latin typeface="Arial"/>
                <a:ea typeface="Arial"/>
                <a:cs typeface="Arial"/>
              </a:defRPr>
            </a:lvl5pPr>
            <a:lvl6pPr algn="ctr">
              <a:buNone/>
              <a:defRPr sz="1650" b="0">
                <a:solidFill>
                  <a:srgbClr val="20334A"/>
                </a:solidFill>
                <a:latin typeface="Arial"/>
                <a:ea typeface="Arial"/>
                <a:cs typeface="Arial"/>
              </a:defRPr>
            </a:lvl6pPr>
            <a:lvl7pPr algn="ctr">
              <a:buNone/>
              <a:defRPr sz="1650" b="0">
                <a:solidFill>
                  <a:srgbClr val="20334A"/>
                </a:solidFill>
                <a:latin typeface="Arial"/>
                <a:ea typeface="Arial"/>
                <a:cs typeface="Arial"/>
              </a:defRPr>
            </a:lvl7pPr>
            <a:lvl8pPr algn="ctr">
              <a:buNone/>
              <a:defRPr sz="1650" b="0">
                <a:solidFill>
                  <a:srgbClr val="20334A"/>
                </a:solidFill>
                <a:latin typeface="Arial"/>
                <a:ea typeface="Arial"/>
                <a:cs typeface="Arial"/>
              </a:defRPr>
            </a:lvl8pPr>
            <a:lvl9pPr algn="ctr">
              <a:buNone/>
              <a:defRPr sz="1650" b="0">
                <a:solidFill>
                  <a:srgbClr val="20334A"/>
                </a:solidFill>
                <a:latin typeface="Arial"/>
                <a:ea typeface="Arial"/>
                <a:cs typeface="Arial"/>
              </a:defRPr>
            </a:lvl9pPr>
          </a:lstStyle>
          <a:p>
            <a:pPr algn="ctr">
              <a:buNone/>
              <a:defRPr sz="1650" b="0">
                <a:solidFill>
                  <a:srgbClr val="20334A"/>
                </a:solidFill>
                <a:latin typeface="Arial"/>
                <a:ea typeface="Arial"/>
                <a:cs typeface="Arial"/>
              </a:defRPr>
            </a:pPr>
            <a:r>
              <a:rPr sz="1650" b="0">
                <a:solidFill>
                  <a:srgbClr val="20334A"/>
                </a:solidFill>
                <a:latin typeface="Arial"/>
                <a:ea typeface="Arial"/>
                <a:cs typeface="Arial"/>
              </a:rPr>
              <a:t>No match: advance one bit</a:t>
            </a:r>
          </a:p>
        </p:txBody>
      </p:sp>
      <p:sp>
        <p:nvSpPr>
          <p:cNvPr id="74" name="Diagram 147">
            <a:extLst>
              <a:ext uri="{FF2B5EF4-FFF2-40B4-BE49-F238E27FC236}">
                <a16:creationId xmlns:a16="http://schemas.microsoft.com/office/drawing/2014/main" id="{6D0F932A-1311-4282-AB5D-0734D1ECB51B}"/>
              </a:ext>
            </a:extLst>
          </p:cNvPr>
          <p:cNvSpPr>
            <a:spLocks noGrp="1"/>
          </p:cNvSpPr>
          <p:nvPr/>
        </p:nvSpPr>
        <p:spPr>
          <a:xfrm>
            <a:off x="8648700" y="4705350"/>
            <a:ext cx="2857500" cy="6096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Match: collect candidate</a:t>
            </a:r>
          </a:p>
        </p:txBody>
      </p:sp>
      <p:cxnSp>
        <p:nvCxnSpPr>
          <p:cNvPr id="159" name="Straight Arrow Connector 158"/>
          <p:cNvCxnSpPr>
            <a:stCxn id="72" idx="3"/>
            <a:endCxn id="73" idx="1"/>
          </p:cNvCxnSpPr>
          <p:nvPr/>
        </p:nvCxnSpPr>
        <p:spPr>
          <a:xfrm>
            <a:off x="3543300" y="5010150"/>
            <a:ext cx="1123950" cy="0"/>
          </a:xfrm>
          <a:prstGeom prst="straightConnector1">
            <a:avLst/>
          </a:prstGeom>
          <a:ln w="19050">
            <a:solidFill>
              <a:srgbClr val="166D73"/>
            </a:solidFill>
            <a:tailEnd type="triangle" w="med" len="med"/>
          </a:ln>
        </p:spPr>
      </p:cxnSp>
      <p:cxnSp>
        <p:nvCxnSpPr>
          <p:cNvPr id="160" name="Connector 148"/>
          <p:cNvCxnSpPr/>
          <p:nvPr/>
        </p:nvCxnSpPr>
        <p:spPr>
          <a:xfrm flipV="1">
            <a:off x="2114550" y="4429125"/>
            <a:ext cx="0" cy="276225"/>
          </a:xfrm>
          <a:prstGeom prst="straightConnector1">
            <a:avLst/>
          </a:prstGeom>
          <a:ln w="19050">
            <a:solidFill>
              <a:srgbClr val="166D73"/>
            </a:solidFill>
            <a:prstDash val="solid"/>
            <a:tailEnd type="none" w="med" len="med"/>
          </a:ln>
        </p:spPr>
      </p:cxnSp>
      <p:cxnSp>
        <p:nvCxnSpPr>
          <p:cNvPr id="161" name="Connector 149"/>
          <p:cNvCxnSpPr/>
          <p:nvPr/>
        </p:nvCxnSpPr>
        <p:spPr>
          <a:xfrm>
            <a:off x="2114550" y="4429125"/>
            <a:ext cx="7962900" cy="0"/>
          </a:xfrm>
          <a:prstGeom prst="straightConnector1">
            <a:avLst/>
          </a:prstGeom>
          <a:ln w="19050">
            <a:solidFill>
              <a:srgbClr val="166D73"/>
            </a:solidFill>
            <a:prstDash val="solid"/>
            <a:tailEnd type="none" w="med" len="med"/>
          </a:ln>
        </p:spPr>
      </p:cxnSp>
      <p:cxnSp>
        <p:nvCxnSpPr>
          <p:cNvPr id="162" name="Connector 150"/>
          <p:cNvCxnSpPr/>
          <p:nvPr/>
        </p:nvCxnSpPr>
        <p:spPr>
          <a:xfrm>
            <a:off x="10077450" y="4429125"/>
            <a:ext cx="0" cy="276225"/>
          </a:xfrm>
          <a:prstGeom prst="straightConnector1">
            <a:avLst/>
          </a:prstGeom>
          <a:ln w="19050">
            <a:solidFill>
              <a:srgbClr val="166D73"/>
            </a:solidFill>
            <a:prstDash val="solid"/>
            <a:tailEnd type="triangle" w="med" len="med"/>
          </a:ln>
        </p:spPr>
      </p:cxnSp>
      <p:sp>
        <p:nvSpPr>
          <p:cNvPr id="79" name="Text 151">
            <a:extLst>
              <a:ext uri="{FF2B5EF4-FFF2-40B4-BE49-F238E27FC236}">
                <a16:creationId xmlns:a16="http://schemas.microsoft.com/office/drawing/2014/main" id="{B2A18828-7EB1-4BD8-AA73-0B25E5CCF9BC}"/>
              </a:ext>
            </a:extLst>
          </p:cNvPr>
          <p:cNvSpPr>
            <a:spLocks noGrp="1"/>
          </p:cNvSpPr>
          <p:nvPr/>
        </p:nvSpPr>
        <p:spPr>
          <a:xfrm>
            <a:off x="4667250" y="4143375"/>
            <a:ext cx="2857500" cy="238125"/>
          </a:xfrm>
          <a:prstGeom prst="rect">
            <a:avLst/>
          </a:prstGeom>
          <a:noFill/>
          <a:ln w="0">
            <a:noFill/>
          </a:ln>
        </p:spPr>
        <p:txBody>
          <a:bodyPr wrap="square" lIns="0" tIns="0" rIns="0" bIns="0" anchor="t">
            <a:noAutofit/>
          </a:bodyPr>
          <a:lstStyle>
            <a:lvl1pPr algn="ctr">
              <a:buNone/>
              <a:defRPr sz="1500" b="0">
                <a:solidFill>
                  <a:srgbClr val="166D73"/>
                </a:solidFill>
                <a:latin typeface="Arial"/>
                <a:ea typeface="Arial"/>
                <a:cs typeface="Arial"/>
              </a:defRPr>
            </a:lvl1pPr>
            <a:lvl2pPr algn="ctr">
              <a:buNone/>
              <a:defRPr sz="1500" b="0">
                <a:solidFill>
                  <a:srgbClr val="166D73"/>
                </a:solidFill>
                <a:latin typeface="Arial"/>
                <a:ea typeface="Arial"/>
                <a:cs typeface="Arial"/>
              </a:defRPr>
            </a:lvl2pPr>
            <a:lvl3pPr algn="ctr">
              <a:buNone/>
              <a:defRPr sz="1500" b="0">
                <a:solidFill>
                  <a:srgbClr val="166D73"/>
                </a:solidFill>
                <a:latin typeface="Arial"/>
                <a:ea typeface="Arial"/>
                <a:cs typeface="Arial"/>
              </a:defRPr>
            </a:lvl3pPr>
            <a:lvl4pPr algn="ctr">
              <a:buNone/>
              <a:defRPr sz="1500" b="0">
                <a:solidFill>
                  <a:srgbClr val="166D73"/>
                </a:solidFill>
                <a:latin typeface="Arial"/>
                <a:ea typeface="Arial"/>
                <a:cs typeface="Arial"/>
              </a:defRPr>
            </a:lvl4pPr>
            <a:lvl5pPr algn="ctr">
              <a:buNone/>
              <a:defRPr sz="1500" b="0">
                <a:solidFill>
                  <a:srgbClr val="166D73"/>
                </a:solidFill>
                <a:latin typeface="Arial"/>
                <a:ea typeface="Arial"/>
                <a:cs typeface="Arial"/>
              </a:defRPr>
            </a:lvl5pPr>
            <a:lvl6pPr algn="ctr">
              <a:buNone/>
              <a:defRPr sz="1500" b="0">
                <a:solidFill>
                  <a:srgbClr val="166D73"/>
                </a:solidFill>
                <a:latin typeface="Arial"/>
                <a:ea typeface="Arial"/>
                <a:cs typeface="Arial"/>
              </a:defRPr>
            </a:lvl6pPr>
            <a:lvl7pPr algn="ctr">
              <a:buNone/>
              <a:defRPr sz="1500" b="0">
                <a:solidFill>
                  <a:srgbClr val="166D73"/>
                </a:solidFill>
                <a:latin typeface="Arial"/>
                <a:ea typeface="Arial"/>
                <a:cs typeface="Arial"/>
              </a:defRPr>
            </a:lvl7pPr>
            <a:lvl8pPr algn="ctr">
              <a:buNone/>
              <a:defRPr sz="1500" b="0">
                <a:solidFill>
                  <a:srgbClr val="166D73"/>
                </a:solidFill>
                <a:latin typeface="Arial"/>
                <a:ea typeface="Arial"/>
                <a:cs typeface="Arial"/>
              </a:defRPr>
            </a:lvl8pPr>
            <a:lvl9pPr algn="ctr">
              <a:buNone/>
              <a:defRPr sz="1500" b="0">
                <a:solidFill>
                  <a:srgbClr val="166D73"/>
                </a:solidFill>
                <a:latin typeface="Arial"/>
                <a:ea typeface="Arial"/>
                <a:cs typeface="Arial"/>
              </a:defRPr>
            </a:lvl9pPr>
          </a:lstStyle>
          <a:p>
            <a:pPr algn="ctr">
              <a:buNone/>
              <a:defRPr sz="1500" b="0">
                <a:solidFill>
                  <a:srgbClr val="166D73"/>
                </a:solidFill>
                <a:latin typeface="Arial"/>
                <a:ea typeface="Arial"/>
                <a:cs typeface="Arial"/>
              </a:defRPr>
            </a:pPr>
            <a:r>
              <a:rPr sz="1500" b="0">
                <a:solidFill>
                  <a:srgbClr val="166D73"/>
                </a:solidFill>
                <a:latin typeface="Arial"/>
                <a:ea typeface="Arial"/>
                <a:cs typeface="Arial"/>
              </a:rPr>
              <a:t>Marker matches</a:t>
            </a:r>
          </a:p>
        </p:txBody>
      </p:sp>
      <p:cxnSp>
        <p:nvCxnSpPr>
          <p:cNvPr id="164" name="Connector 152"/>
          <p:cNvCxnSpPr/>
          <p:nvPr/>
        </p:nvCxnSpPr>
        <p:spPr>
          <a:xfrm>
            <a:off x="6096000" y="5314950"/>
            <a:ext cx="0" cy="390525"/>
          </a:xfrm>
          <a:prstGeom prst="straightConnector1">
            <a:avLst/>
          </a:prstGeom>
          <a:ln w="19050">
            <a:solidFill>
              <a:srgbClr val="166D73"/>
            </a:solidFill>
            <a:prstDash val="solid"/>
            <a:tailEnd type="none" w="med" len="med"/>
          </a:ln>
        </p:spPr>
      </p:cxnSp>
      <p:cxnSp>
        <p:nvCxnSpPr>
          <p:cNvPr id="165" name="Connector 153"/>
          <p:cNvCxnSpPr/>
          <p:nvPr/>
        </p:nvCxnSpPr>
        <p:spPr>
          <a:xfrm flipH="1">
            <a:off x="2114550" y="5705475"/>
            <a:ext cx="3981450" cy="0"/>
          </a:xfrm>
          <a:prstGeom prst="straightConnector1">
            <a:avLst/>
          </a:prstGeom>
          <a:ln w="19050">
            <a:solidFill>
              <a:srgbClr val="166D73"/>
            </a:solidFill>
            <a:prstDash val="solid"/>
            <a:tailEnd type="none" w="med" len="med"/>
          </a:ln>
        </p:spPr>
      </p:cxnSp>
      <p:cxnSp>
        <p:nvCxnSpPr>
          <p:cNvPr id="166" name="Connector 154"/>
          <p:cNvCxnSpPr/>
          <p:nvPr/>
        </p:nvCxnSpPr>
        <p:spPr>
          <a:xfrm flipV="1">
            <a:off x="2114550" y="5314950"/>
            <a:ext cx="0" cy="390525"/>
          </a:xfrm>
          <a:prstGeom prst="straightConnector1">
            <a:avLst/>
          </a:prstGeom>
          <a:ln w="19050">
            <a:solidFill>
              <a:srgbClr val="166D73"/>
            </a:solidFill>
            <a:prstDash val="solid"/>
            <a:tailEnd type="triangle" w="med" len="med"/>
          </a:ln>
        </p:spPr>
      </p:cxnSp>
      <p:sp>
        <p:nvSpPr>
          <p:cNvPr id="83" name="Text 155">
            <a:extLst>
              <a:ext uri="{FF2B5EF4-FFF2-40B4-BE49-F238E27FC236}">
                <a16:creationId xmlns:a16="http://schemas.microsoft.com/office/drawing/2014/main" id="{915B0BAA-C11B-4007-A86F-0BD5B18F93BA}"/>
              </a:ext>
            </a:extLst>
          </p:cNvPr>
          <p:cNvSpPr>
            <a:spLocks noGrp="1"/>
          </p:cNvSpPr>
          <p:nvPr/>
        </p:nvSpPr>
        <p:spPr>
          <a:xfrm>
            <a:off x="2857500" y="5400675"/>
            <a:ext cx="2571750" cy="257175"/>
          </a:xfrm>
          <a:prstGeom prst="rect">
            <a:avLst/>
          </a:prstGeom>
          <a:noFill/>
          <a:ln w="0">
            <a:noFill/>
          </a:ln>
        </p:spPr>
        <p:txBody>
          <a:bodyPr wrap="square" lIns="0" tIns="0" rIns="0" bIns="0" anchor="t">
            <a:noAutofit/>
          </a:bodyPr>
          <a:lstStyle>
            <a:lvl1pPr algn="ctr">
              <a:buNone/>
              <a:defRPr sz="1500" b="0">
                <a:solidFill>
                  <a:srgbClr val="166D73"/>
                </a:solidFill>
                <a:latin typeface="Arial"/>
                <a:ea typeface="Arial"/>
                <a:cs typeface="Arial"/>
              </a:defRPr>
            </a:lvl1pPr>
            <a:lvl2pPr algn="ctr">
              <a:buNone/>
              <a:defRPr sz="1500" b="0">
                <a:solidFill>
                  <a:srgbClr val="166D73"/>
                </a:solidFill>
                <a:latin typeface="Arial"/>
                <a:ea typeface="Arial"/>
                <a:cs typeface="Arial"/>
              </a:defRPr>
            </a:lvl2pPr>
            <a:lvl3pPr algn="ctr">
              <a:buNone/>
              <a:defRPr sz="1500" b="0">
                <a:solidFill>
                  <a:srgbClr val="166D73"/>
                </a:solidFill>
                <a:latin typeface="Arial"/>
                <a:ea typeface="Arial"/>
                <a:cs typeface="Arial"/>
              </a:defRPr>
            </a:lvl3pPr>
            <a:lvl4pPr algn="ctr">
              <a:buNone/>
              <a:defRPr sz="1500" b="0">
                <a:solidFill>
                  <a:srgbClr val="166D73"/>
                </a:solidFill>
                <a:latin typeface="Arial"/>
                <a:ea typeface="Arial"/>
                <a:cs typeface="Arial"/>
              </a:defRPr>
            </a:lvl4pPr>
            <a:lvl5pPr algn="ctr">
              <a:buNone/>
              <a:defRPr sz="1500" b="0">
                <a:solidFill>
                  <a:srgbClr val="166D73"/>
                </a:solidFill>
                <a:latin typeface="Arial"/>
                <a:ea typeface="Arial"/>
                <a:cs typeface="Arial"/>
              </a:defRPr>
            </a:lvl5pPr>
            <a:lvl6pPr algn="ctr">
              <a:buNone/>
              <a:defRPr sz="1500" b="0">
                <a:solidFill>
                  <a:srgbClr val="166D73"/>
                </a:solidFill>
                <a:latin typeface="Arial"/>
                <a:ea typeface="Arial"/>
                <a:cs typeface="Arial"/>
              </a:defRPr>
            </a:lvl6pPr>
            <a:lvl7pPr algn="ctr">
              <a:buNone/>
              <a:defRPr sz="1500" b="0">
                <a:solidFill>
                  <a:srgbClr val="166D73"/>
                </a:solidFill>
                <a:latin typeface="Arial"/>
                <a:ea typeface="Arial"/>
                <a:cs typeface="Arial"/>
              </a:defRPr>
            </a:lvl7pPr>
            <a:lvl8pPr algn="ctr">
              <a:buNone/>
              <a:defRPr sz="1500" b="0">
                <a:solidFill>
                  <a:srgbClr val="166D73"/>
                </a:solidFill>
                <a:latin typeface="Arial"/>
                <a:ea typeface="Arial"/>
                <a:cs typeface="Arial"/>
              </a:defRPr>
            </a:lvl8pPr>
            <a:lvl9pPr algn="ctr">
              <a:buNone/>
              <a:defRPr sz="1500" b="0">
                <a:solidFill>
                  <a:srgbClr val="166D73"/>
                </a:solidFill>
                <a:latin typeface="Arial"/>
                <a:ea typeface="Arial"/>
                <a:cs typeface="Arial"/>
              </a:defRPr>
            </a:lvl9pPr>
          </a:lstStyle>
          <a:p>
            <a:pPr algn="ctr">
              <a:buNone/>
              <a:defRPr sz="1500" b="0">
                <a:solidFill>
                  <a:srgbClr val="166D73"/>
                </a:solidFill>
                <a:latin typeface="Arial"/>
                <a:ea typeface="Arial"/>
                <a:cs typeface="Arial"/>
              </a:defRPr>
            </a:pPr>
            <a:r>
              <a:rPr sz="1500" b="0">
                <a:solidFill>
                  <a:srgbClr val="166D73"/>
                </a:solidFill>
                <a:latin typeface="Arial"/>
                <a:ea typeface="Arial"/>
                <a:cs typeface="Arial"/>
              </a:rPr>
              <a:t>Repeat comparison</a:t>
            </a:r>
          </a:p>
        </p:txBody>
      </p:sp>
      <p:sp>
        <p:nvSpPr>
          <p:cNvPr id="84" name="Text 156">
            <a:extLst>
              <a:ext uri="{FF2B5EF4-FFF2-40B4-BE49-F238E27FC236}">
                <a16:creationId xmlns:a16="http://schemas.microsoft.com/office/drawing/2014/main" id="{AE59091C-72B8-46D3-AA32-E939E8E4282B}"/>
              </a:ext>
            </a:extLst>
          </p:cNvPr>
          <p:cNvSpPr>
            <a:spLocks noGrp="1"/>
          </p:cNvSpPr>
          <p:nvPr/>
        </p:nvSpPr>
        <p:spPr>
          <a:xfrm>
            <a:off x="685800" y="5886450"/>
            <a:ext cx="10820400" cy="285750"/>
          </a:xfrm>
          <a:prstGeom prst="rect">
            <a:avLst/>
          </a:prstGeom>
          <a:noFill/>
          <a:ln w="0">
            <a:noFill/>
          </a:ln>
        </p:spPr>
        <p:txBody>
          <a:bodyPr wrap="square" lIns="0" tIns="0" rIns="0" bIns="0" anchor="t">
            <a:noAutofit/>
          </a:bodyPr>
          <a:lstStyle>
            <a:lvl1pPr algn="l">
              <a:buNone/>
              <a:defRPr sz="1425" b="0">
                <a:solidFill>
                  <a:srgbClr val="20334A"/>
                </a:solidFill>
                <a:latin typeface="Arial"/>
                <a:ea typeface="Arial"/>
                <a:cs typeface="Arial"/>
              </a:defRPr>
            </a:lvl1pPr>
            <a:lvl2pPr algn="l">
              <a:buNone/>
              <a:defRPr sz="1425" b="0">
                <a:solidFill>
                  <a:srgbClr val="20334A"/>
                </a:solidFill>
                <a:latin typeface="Arial"/>
                <a:ea typeface="Arial"/>
                <a:cs typeface="Arial"/>
              </a:defRPr>
            </a:lvl2pPr>
            <a:lvl3pPr algn="l">
              <a:buNone/>
              <a:defRPr sz="1425" b="0">
                <a:solidFill>
                  <a:srgbClr val="20334A"/>
                </a:solidFill>
                <a:latin typeface="Arial"/>
                <a:ea typeface="Arial"/>
                <a:cs typeface="Arial"/>
              </a:defRPr>
            </a:lvl3pPr>
            <a:lvl4pPr algn="l">
              <a:buNone/>
              <a:defRPr sz="1425" b="0">
                <a:solidFill>
                  <a:srgbClr val="20334A"/>
                </a:solidFill>
                <a:latin typeface="Arial"/>
                <a:ea typeface="Arial"/>
                <a:cs typeface="Arial"/>
              </a:defRPr>
            </a:lvl4pPr>
            <a:lvl5pPr algn="l">
              <a:buNone/>
              <a:defRPr sz="1425" b="0">
                <a:solidFill>
                  <a:srgbClr val="20334A"/>
                </a:solidFill>
                <a:latin typeface="Arial"/>
                <a:ea typeface="Arial"/>
                <a:cs typeface="Arial"/>
              </a:defRPr>
            </a:lvl5pPr>
            <a:lvl6pPr algn="l">
              <a:buNone/>
              <a:defRPr sz="1425" b="0">
                <a:solidFill>
                  <a:srgbClr val="20334A"/>
                </a:solidFill>
                <a:latin typeface="Arial"/>
                <a:ea typeface="Arial"/>
                <a:cs typeface="Arial"/>
              </a:defRPr>
            </a:lvl6pPr>
            <a:lvl7pPr algn="l">
              <a:buNone/>
              <a:defRPr sz="1425" b="0">
                <a:solidFill>
                  <a:srgbClr val="20334A"/>
                </a:solidFill>
                <a:latin typeface="Arial"/>
                <a:ea typeface="Arial"/>
                <a:cs typeface="Arial"/>
              </a:defRPr>
            </a:lvl7pPr>
            <a:lvl8pPr algn="l">
              <a:buNone/>
              <a:defRPr sz="1425" b="0">
                <a:solidFill>
                  <a:srgbClr val="20334A"/>
                </a:solidFill>
                <a:latin typeface="Arial"/>
                <a:ea typeface="Arial"/>
                <a:cs typeface="Arial"/>
              </a:defRPr>
            </a:lvl8pPr>
            <a:lvl9pPr algn="l">
              <a:buNone/>
              <a:defRPr sz="1425" b="0">
                <a:solidFill>
                  <a:srgbClr val="20334A"/>
                </a:solidFill>
                <a:latin typeface="Arial"/>
                <a:ea typeface="Arial"/>
                <a:cs typeface="Arial"/>
              </a:defRPr>
            </a:lvl9pPr>
          </a:lstStyle>
          <a:p>
            <a:pPr algn="l">
              <a:buNone/>
              <a:defRPr sz="1425" b="0">
                <a:solidFill>
                  <a:srgbClr val="20334A"/>
                </a:solidFill>
                <a:latin typeface="Arial"/>
                <a:ea typeface="Arial"/>
                <a:cs typeface="Arial"/>
              </a:defRPr>
            </a:pPr>
            <a:r>
              <a:rPr sz="1425" b="0">
                <a:solidFill>
                  <a:srgbClr val="20334A"/>
                </a:solidFill>
                <a:latin typeface="Arial"/>
                <a:ea typeface="Arial"/>
                <a:cs typeface="Arial"/>
              </a:rPr>
              <a:t>The marker can cross byte or datagram boundaries. CRC and format checks still follow.</a:t>
            </a:r>
          </a:p>
        </p:txBody>
      </p:sp>
    </p:spTree>
    <p:extLst>
      <p:ext uri="{BB962C8B-B14F-4D97-AF65-F5344CB8AC3E}">
        <p14:creationId xmlns:p14="http://schemas.microsoft.com/office/powerpoint/2010/main" val="102394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2EDACEC8-FEFE-4B97-82D9-8CC2D791EA61}"/>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Receiver finite-state machine</a:t>
            </a:r>
          </a:p>
        </p:txBody>
      </p:sp>
      <p:sp>
        <p:nvSpPr>
          <p:cNvPr id="4" name="Diagram 159">
            <a:extLst>
              <a:ext uri="{FF2B5EF4-FFF2-40B4-BE49-F238E27FC236}">
                <a16:creationId xmlns:a16="http://schemas.microsoft.com/office/drawing/2014/main" id="{253AEA86-049D-4239-B1D5-134DC77250E9}"/>
              </a:ext>
            </a:extLst>
          </p:cNvPr>
          <p:cNvSpPr>
            <a:spLocks noGrp="1"/>
          </p:cNvSpPr>
          <p:nvPr/>
        </p:nvSpPr>
        <p:spPr>
          <a:xfrm>
            <a:off x="876300" y="2247900"/>
            <a:ext cx="2095500" cy="8382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5" name="Text 160">
            <a:extLst>
              <a:ext uri="{FF2B5EF4-FFF2-40B4-BE49-F238E27FC236}">
                <a16:creationId xmlns:a16="http://schemas.microsoft.com/office/drawing/2014/main" id="{6BDF0ADE-D67D-44FE-A9DD-251B7995FDB5}"/>
              </a:ext>
            </a:extLst>
          </p:cNvPr>
          <p:cNvSpPr>
            <a:spLocks noGrp="1"/>
          </p:cNvSpPr>
          <p:nvPr/>
        </p:nvSpPr>
        <p:spPr>
          <a:xfrm>
            <a:off x="971550" y="2362200"/>
            <a:ext cx="1905000" cy="285750"/>
          </a:xfrm>
          <a:prstGeom prst="rect">
            <a:avLst/>
          </a:prstGeom>
          <a:noFill/>
          <a:ln w="0">
            <a:noFill/>
          </a:ln>
        </p:spPr>
        <p:txBody>
          <a:bodyPr wrap="square" lIns="0" tIns="0" rIns="0" bIns="0" anchor="t">
            <a:noAutofit/>
          </a:bodyPr>
          <a:lstStyle>
            <a:lvl1pPr algn="ctr">
              <a:buNone/>
              <a:defRPr sz="2025" b="1">
                <a:solidFill>
                  <a:srgbClr val="166D73"/>
                </a:solidFill>
                <a:latin typeface="Arial"/>
                <a:ea typeface="Arial"/>
                <a:cs typeface="Arial"/>
              </a:defRPr>
            </a:lvl1pPr>
            <a:lvl2pPr algn="ctr">
              <a:buNone/>
              <a:defRPr sz="2025" b="1">
                <a:solidFill>
                  <a:srgbClr val="166D73"/>
                </a:solidFill>
                <a:latin typeface="Arial"/>
                <a:ea typeface="Arial"/>
                <a:cs typeface="Arial"/>
              </a:defRPr>
            </a:lvl2pPr>
            <a:lvl3pPr algn="ctr">
              <a:buNone/>
              <a:defRPr sz="2025" b="1">
                <a:solidFill>
                  <a:srgbClr val="166D73"/>
                </a:solidFill>
                <a:latin typeface="Arial"/>
                <a:ea typeface="Arial"/>
                <a:cs typeface="Arial"/>
              </a:defRPr>
            </a:lvl3pPr>
            <a:lvl4pPr algn="ctr">
              <a:buNone/>
              <a:defRPr sz="2025" b="1">
                <a:solidFill>
                  <a:srgbClr val="166D73"/>
                </a:solidFill>
                <a:latin typeface="Arial"/>
                <a:ea typeface="Arial"/>
                <a:cs typeface="Arial"/>
              </a:defRPr>
            </a:lvl4pPr>
            <a:lvl5pPr algn="ctr">
              <a:buNone/>
              <a:defRPr sz="2025" b="1">
                <a:solidFill>
                  <a:srgbClr val="166D73"/>
                </a:solidFill>
                <a:latin typeface="Arial"/>
                <a:ea typeface="Arial"/>
                <a:cs typeface="Arial"/>
              </a:defRPr>
            </a:lvl5pPr>
            <a:lvl6pPr algn="ctr">
              <a:buNone/>
              <a:defRPr sz="2025" b="1">
                <a:solidFill>
                  <a:srgbClr val="166D73"/>
                </a:solidFill>
                <a:latin typeface="Arial"/>
                <a:ea typeface="Arial"/>
                <a:cs typeface="Arial"/>
              </a:defRPr>
            </a:lvl6pPr>
            <a:lvl7pPr algn="ctr">
              <a:buNone/>
              <a:defRPr sz="2025" b="1">
                <a:solidFill>
                  <a:srgbClr val="166D73"/>
                </a:solidFill>
                <a:latin typeface="Arial"/>
                <a:ea typeface="Arial"/>
                <a:cs typeface="Arial"/>
              </a:defRPr>
            </a:lvl7pPr>
            <a:lvl8pPr algn="ctr">
              <a:buNone/>
              <a:defRPr sz="2025" b="1">
                <a:solidFill>
                  <a:srgbClr val="166D73"/>
                </a:solidFill>
                <a:latin typeface="Arial"/>
                <a:ea typeface="Arial"/>
                <a:cs typeface="Arial"/>
              </a:defRPr>
            </a:lvl8pPr>
            <a:lvl9pPr algn="ctr">
              <a:buNone/>
              <a:defRPr sz="2025" b="1">
                <a:solidFill>
                  <a:srgbClr val="166D73"/>
                </a:solidFill>
                <a:latin typeface="Arial"/>
                <a:ea typeface="Arial"/>
                <a:cs typeface="Arial"/>
              </a:defRPr>
            </a:lvl9pPr>
          </a:lstStyle>
          <a:p>
            <a:pPr algn="ctr">
              <a:buNone/>
              <a:defRPr sz="2025" b="1">
                <a:solidFill>
                  <a:srgbClr val="166D73"/>
                </a:solidFill>
                <a:latin typeface="Arial"/>
                <a:ea typeface="Arial"/>
                <a:cs typeface="Arial"/>
              </a:defRPr>
            </a:pPr>
            <a:r>
              <a:rPr sz="2025" b="1">
                <a:solidFill>
                  <a:srgbClr val="166D73"/>
                </a:solidFill>
                <a:latin typeface="Arial"/>
                <a:ea typeface="Arial"/>
                <a:cs typeface="Arial"/>
              </a:rPr>
              <a:t>HUNT</a:t>
            </a:r>
          </a:p>
        </p:txBody>
      </p:sp>
      <p:sp>
        <p:nvSpPr>
          <p:cNvPr id="6" name="Text 161">
            <a:extLst>
              <a:ext uri="{FF2B5EF4-FFF2-40B4-BE49-F238E27FC236}">
                <a16:creationId xmlns:a16="http://schemas.microsoft.com/office/drawing/2014/main" id="{63BCF9B1-3CEA-4AA0-9EA7-E41F76DCF09B}"/>
              </a:ext>
            </a:extLst>
          </p:cNvPr>
          <p:cNvSpPr>
            <a:spLocks noGrp="1"/>
          </p:cNvSpPr>
          <p:nvPr/>
        </p:nvSpPr>
        <p:spPr>
          <a:xfrm>
            <a:off x="971550" y="2695575"/>
            <a:ext cx="1905000" cy="352425"/>
          </a:xfrm>
          <a:prstGeom prst="rect">
            <a:avLst/>
          </a:prstGeom>
          <a:noFill/>
          <a:ln w="0">
            <a:noFill/>
          </a:ln>
        </p:spPr>
        <p:txBody>
          <a:bodyPr wrap="square" lIns="0" tIns="0" rIns="0" bIns="0" anchor="t">
            <a:noAutofit/>
          </a:bodyPr>
          <a:lstStyle>
            <a:lvl1pPr algn="ctr">
              <a:buNone/>
              <a:defRPr sz="1350" b="0">
                <a:solidFill>
                  <a:srgbClr val="20334A"/>
                </a:solidFill>
                <a:latin typeface="Arial"/>
                <a:ea typeface="Arial"/>
                <a:cs typeface="Arial"/>
              </a:defRPr>
            </a:lvl1pPr>
            <a:lvl2pPr algn="ctr">
              <a:buNone/>
              <a:defRPr sz="1350" b="0">
                <a:solidFill>
                  <a:srgbClr val="20334A"/>
                </a:solidFill>
                <a:latin typeface="Arial"/>
                <a:ea typeface="Arial"/>
                <a:cs typeface="Arial"/>
              </a:defRPr>
            </a:lvl2pPr>
            <a:lvl3pPr algn="ctr">
              <a:buNone/>
              <a:defRPr sz="1350" b="0">
                <a:solidFill>
                  <a:srgbClr val="20334A"/>
                </a:solidFill>
                <a:latin typeface="Arial"/>
                <a:ea typeface="Arial"/>
                <a:cs typeface="Arial"/>
              </a:defRPr>
            </a:lvl3pPr>
            <a:lvl4pPr algn="ctr">
              <a:buNone/>
              <a:defRPr sz="1350" b="0">
                <a:solidFill>
                  <a:srgbClr val="20334A"/>
                </a:solidFill>
                <a:latin typeface="Arial"/>
                <a:ea typeface="Arial"/>
                <a:cs typeface="Arial"/>
              </a:defRPr>
            </a:lvl4pPr>
            <a:lvl5pPr algn="ctr">
              <a:buNone/>
              <a:defRPr sz="1350" b="0">
                <a:solidFill>
                  <a:srgbClr val="20334A"/>
                </a:solidFill>
                <a:latin typeface="Arial"/>
                <a:ea typeface="Arial"/>
                <a:cs typeface="Arial"/>
              </a:defRPr>
            </a:lvl5pPr>
            <a:lvl6pPr algn="ctr">
              <a:buNone/>
              <a:defRPr sz="1350" b="0">
                <a:solidFill>
                  <a:srgbClr val="20334A"/>
                </a:solidFill>
                <a:latin typeface="Arial"/>
                <a:ea typeface="Arial"/>
                <a:cs typeface="Arial"/>
              </a:defRPr>
            </a:lvl6pPr>
            <a:lvl7pPr algn="ctr">
              <a:buNone/>
              <a:defRPr sz="1350" b="0">
                <a:solidFill>
                  <a:srgbClr val="20334A"/>
                </a:solidFill>
                <a:latin typeface="Arial"/>
                <a:ea typeface="Arial"/>
                <a:cs typeface="Arial"/>
              </a:defRPr>
            </a:lvl7pPr>
            <a:lvl8pPr algn="ctr">
              <a:buNone/>
              <a:defRPr sz="1350" b="0">
                <a:solidFill>
                  <a:srgbClr val="20334A"/>
                </a:solidFill>
                <a:latin typeface="Arial"/>
                <a:ea typeface="Arial"/>
                <a:cs typeface="Arial"/>
              </a:defRPr>
            </a:lvl8pPr>
            <a:lvl9pPr algn="ctr">
              <a:buNone/>
              <a:defRPr sz="1350" b="0">
                <a:solidFill>
                  <a:srgbClr val="20334A"/>
                </a:solidFill>
                <a:latin typeface="Arial"/>
                <a:ea typeface="Arial"/>
                <a:cs typeface="Arial"/>
              </a:defRPr>
            </a:lvl9pPr>
          </a:lstStyle>
          <a:p>
            <a:pPr algn="ctr">
              <a:buNone/>
              <a:defRPr sz="1350" b="0">
                <a:solidFill>
                  <a:srgbClr val="20334A"/>
                </a:solidFill>
                <a:latin typeface="Arial"/>
                <a:ea typeface="Arial"/>
                <a:cs typeface="Arial"/>
              </a:defRPr>
            </a:pPr>
            <a:r>
              <a:rPr sz="1350" b="0">
                <a:solidFill>
                  <a:srgbClr val="20334A"/>
                </a:solidFill>
                <a:latin typeface="Arial"/>
                <a:ea typeface="Arial"/>
                <a:cs typeface="Arial"/>
              </a:rPr>
              <a:t>Search for the ASM</a:t>
            </a:r>
          </a:p>
        </p:txBody>
      </p:sp>
      <p:sp>
        <p:nvSpPr>
          <p:cNvPr id="7" name="Diagram 162">
            <a:extLst>
              <a:ext uri="{FF2B5EF4-FFF2-40B4-BE49-F238E27FC236}">
                <a16:creationId xmlns:a16="http://schemas.microsoft.com/office/drawing/2014/main" id="{5DB0616E-A44D-4A1E-B376-169EC94C15D5}"/>
              </a:ext>
            </a:extLst>
          </p:cNvPr>
          <p:cNvSpPr>
            <a:spLocks noGrp="1"/>
          </p:cNvSpPr>
          <p:nvPr/>
        </p:nvSpPr>
        <p:spPr>
          <a:xfrm>
            <a:off x="5048250" y="2247900"/>
            <a:ext cx="2095500" cy="8382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8" name="Text 163">
            <a:extLst>
              <a:ext uri="{FF2B5EF4-FFF2-40B4-BE49-F238E27FC236}">
                <a16:creationId xmlns:a16="http://schemas.microsoft.com/office/drawing/2014/main" id="{A5386424-5CC2-4E8F-A26C-31BC3C38B1CE}"/>
              </a:ext>
            </a:extLst>
          </p:cNvPr>
          <p:cNvSpPr>
            <a:spLocks noGrp="1"/>
          </p:cNvSpPr>
          <p:nvPr/>
        </p:nvSpPr>
        <p:spPr>
          <a:xfrm>
            <a:off x="5143500" y="2362200"/>
            <a:ext cx="1905000" cy="285750"/>
          </a:xfrm>
          <a:prstGeom prst="rect">
            <a:avLst/>
          </a:prstGeom>
          <a:noFill/>
          <a:ln w="0">
            <a:noFill/>
          </a:ln>
        </p:spPr>
        <p:txBody>
          <a:bodyPr wrap="square" lIns="0" tIns="0" rIns="0" bIns="0" anchor="t">
            <a:noAutofit/>
          </a:bodyPr>
          <a:lstStyle>
            <a:lvl1pPr algn="ctr">
              <a:buNone/>
              <a:defRPr sz="2025" b="1">
                <a:solidFill>
                  <a:srgbClr val="166D73"/>
                </a:solidFill>
                <a:latin typeface="Arial"/>
                <a:ea typeface="Arial"/>
                <a:cs typeface="Arial"/>
              </a:defRPr>
            </a:lvl1pPr>
            <a:lvl2pPr algn="ctr">
              <a:buNone/>
              <a:defRPr sz="2025" b="1">
                <a:solidFill>
                  <a:srgbClr val="166D73"/>
                </a:solidFill>
                <a:latin typeface="Arial"/>
                <a:ea typeface="Arial"/>
                <a:cs typeface="Arial"/>
              </a:defRPr>
            </a:lvl2pPr>
            <a:lvl3pPr algn="ctr">
              <a:buNone/>
              <a:defRPr sz="2025" b="1">
                <a:solidFill>
                  <a:srgbClr val="166D73"/>
                </a:solidFill>
                <a:latin typeface="Arial"/>
                <a:ea typeface="Arial"/>
                <a:cs typeface="Arial"/>
              </a:defRPr>
            </a:lvl3pPr>
            <a:lvl4pPr algn="ctr">
              <a:buNone/>
              <a:defRPr sz="2025" b="1">
                <a:solidFill>
                  <a:srgbClr val="166D73"/>
                </a:solidFill>
                <a:latin typeface="Arial"/>
                <a:ea typeface="Arial"/>
                <a:cs typeface="Arial"/>
              </a:defRPr>
            </a:lvl4pPr>
            <a:lvl5pPr algn="ctr">
              <a:buNone/>
              <a:defRPr sz="2025" b="1">
                <a:solidFill>
                  <a:srgbClr val="166D73"/>
                </a:solidFill>
                <a:latin typeface="Arial"/>
                <a:ea typeface="Arial"/>
                <a:cs typeface="Arial"/>
              </a:defRPr>
            </a:lvl5pPr>
            <a:lvl6pPr algn="ctr">
              <a:buNone/>
              <a:defRPr sz="2025" b="1">
                <a:solidFill>
                  <a:srgbClr val="166D73"/>
                </a:solidFill>
                <a:latin typeface="Arial"/>
                <a:ea typeface="Arial"/>
                <a:cs typeface="Arial"/>
              </a:defRPr>
            </a:lvl6pPr>
            <a:lvl7pPr algn="ctr">
              <a:buNone/>
              <a:defRPr sz="2025" b="1">
                <a:solidFill>
                  <a:srgbClr val="166D73"/>
                </a:solidFill>
                <a:latin typeface="Arial"/>
                <a:ea typeface="Arial"/>
                <a:cs typeface="Arial"/>
              </a:defRPr>
            </a:lvl7pPr>
            <a:lvl8pPr algn="ctr">
              <a:buNone/>
              <a:defRPr sz="2025" b="1">
                <a:solidFill>
                  <a:srgbClr val="166D73"/>
                </a:solidFill>
                <a:latin typeface="Arial"/>
                <a:ea typeface="Arial"/>
                <a:cs typeface="Arial"/>
              </a:defRPr>
            </a:lvl8pPr>
            <a:lvl9pPr algn="ctr">
              <a:buNone/>
              <a:defRPr sz="2025" b="1">
                <a:solidFill>
                  <a:srgbClr val="166D73"/>
                </a:solidFill>
                <a:latin typeface="Arial"/>
                <a:ea typeface="Arial"/>
                <a:cs typeface="Arial"/>
              </a:defRPr>
            </a:lvl9pPr>
          </a:lstStyle>
          <a:p>
            <a:pPr algn="ctr">
              <a:buNone/>
              <a:defRPr sz="2025" b="1">
                <a:solidFill>
                  <a:srgbClr val="166D73"/>
                </a:solidFill>
                <a:latin typeface="Arial"/>
                <a:ea typeface="Arial"/>
                <a:cs typeface="Arial"/>
              </a:defRPr>
            </a:pPr>
            <a:r>
              <a:rPr sz="2025" b="1">
                <a:solidFill>
                  <a:srgbClr val="166D73"/>
                </a:solidFill>
                <a:latin typeface="Arial"/>
                <a:ea typeface="Arial"/>
                <a:cs typeface="Arial"/>
              </a:rPr>
              <a:t>LOCK</a:t>
            </a:r>
          </a:p>
        </p:txBody>
      </p:sp>
      <p:sp>
        <p:nvSpPr>
          <p:cNvPr id="9" name="Text 164">
            <a:extLst>
              <a:ext uri="{FF2B5EF4-FFF2-40B4-BE49-F238E27FC236}">
                <a16:creationId xmlns:a16="http://schemas.microsoft.com/office/drawing/2014/main" id="{CB143A5A-6C89-493C-8862-8E62ED099A43}"/>
              </a:ext>
            </a:extLst>
          </p:cNvPr>
          <p:cNvSpPr>
            <a:spLocks noGrp="1"/>
          </p:cNvSpPr>
          <p:nvPr/>
        </p:nvSpPr>
        <p:spPr>
          <a:xfrm>
            <a:off x="5143500" y="2695575"/>
            <a:ext cx="1905000" cy="352425"/>
          </a:xfrm>
          <a:prstGeom prst="rect">
            <a:avLst/>
          </a:prstGeom>
          <a:noFill/>
          <a:ln w="0">
            <a:noFill/>
          </a:ln>
        </p:spPr>
        <p:txBody>
          <a:bodyPr wrap="square" lIns="0" tIns="0" rIns="0" bIns="0" anchor="t">
            <a:noAutofit/>
          </a:bodyPr>
          <a:lstStyle>
            <a:lvl1pPr algn="ctr">
              <a:buNone/>
              <a:defRPr sz="1350" b="0">
                <a:solidFill>
                  <a:srgbClr val="20334A"/>
                </a:solidFill>
                <a:latin typeface="Arial"/>
                <a:ea typeface="Arial"/>
                <a:cs typeface="Arial"/>
              </a:defRPr>
            </a:lvl1pPr>
            <a:lvl2pPr algn="ctr">
              <a:buNone/>
              <a:defRPr sz="1350" b="0">
                <a:solidFill>
                  <a:srgbClr val="20334A"/>
                </a:solidFill>
                <a:latin typeface="Arial"/>
                <a:ea typeface="Arial"/>
                <a:cs typeface="Arial"/>
              </a:defRPr>
            </a:lvl2pPr>
            <a:lvl3pPr algn="ctr">
              <a:buNone/>
              <a:defRPr sz="1350" b="0">
                <a:solidFill>
                  <a:srgbClr val="20334A"/>
                </a:solidFill>
                <a:latin typeface="Arial"/>
                <a:ea typeface="Arial"/>
                <a:cs typeface="Arial"/>
              </a:defRPr>
            </a:lvl3pPr>
            <a:lvl4pPr algn="ctr">
              <a:buNone/>
              <a:defRPr sz="1350" b="0">
                <a:solidFill>
                  <a:srgbClr val="20334A"/>
                </a:solidFill>
                <a:latin typeface="Arial"/>
                <a:ea typeface="Arial"/>
                <a:cs typeface="Arial"/>
              </a:defRPr>
            </a:lvl4pPr>
            <a:lvl5pPr algn="ctr">
              <a:buNone/>
              <a:defRPr sz="1350" b="0">
                <a:solidFill>
                  <a:srgbClr val="20334A"/>
                </a:solidFill>
                <a:latin typeface="Arial"/>
                <a:ea typeface="Arial"/>
                <a:cs typeface="Arial"/>
              </a:defRPr>
            </a:lvl5pPr>
            <a:lvl6pPr algn="ctr">
              <a:buNone/>
              <a:defRPr sz="1350" b="0">
                <a:solidFill>
                  <a:srgbClr val="20334A"/>
                </a:solidFill>
                <a:latin typeface="Arial"/>
                <a:ea typeface="Arial"/>
                <a:cs typeface="Arial"/>
              </a:defRPr>
            </a:lvl6pPr>
            <a:lvl7pPr algn="ctr">
              <a:buNone/>
              <a:defRPr sz="1350" b="0">
                <a:solidFill>
                  <a:srgbClr val="20334A"/>
                </a:solidFill>
                <a:latin typeface="Arial"/>
                <a:ea typeface="Arial"/>
                <a:cs typeface="Arial"/>
              </a:defRPr>
            </a:lvl7pPr>
            <a:lvl8pPr algn="ctr">
              <a:buNone/>
              <a:defRPr sz="1350" b="0">
                <a:solidFill>
                  <a:srgbClr val="20334A"/>
                </a:solidFill>
                <a:latin typeface="Arial"/>
                <a:ea typeface="Arial"/>
                <a:cs typeface="Arial"/>
              </a:defRPr>
            </a:lvl8pPr>
            <a:lvl9pPr algn="ctr">
              <a:buNone/>
              <a:defRPr sz="1350" b="0">
                <a:solidFill>
                  <a:srgbClr val="20334A"/>
                </a:solidFill>
                <a:latin typeface="Arial"/>
                <a:ea typeface="Arial"/>
                <a:cs typeface="Arial"/>
              </a:defRPr>
            </a:lvl9pPr>
          </a:lstStyle>
          <a:p>
            <a:pPr algn="ctr">
              <a:buNone/>
              <a:defRPr sz="1350" b="0">
                <a:solidFill>
                  <a:srgbClr val="20334A"/>
                </a:solidFill>
                <a:latin typeface="Arial"/>
                <a:ea typeface="Arial"/>
                <a:cs typeface="Arial"/>
              </a:defRPr>
            </a:pPr>
            <a:r>
              <a:rPr sz="1350" b="0">
                <a:solidFill>
                  <a:srgbClr val="20334A"/>
                </a:solidFill>
                <a:latin typeface="Arial"/>
                <a:ea typeface="Arial"/>
                <a:cs typeface="Arial"/>
              </a:rPr>
              <a:t>Wait for 2,080 bits</a:t>
            </a:r>
          </a:p>
        </p:txBody>
      </p:sp>
      <p:sp>
        <p:nvSpPr>
          <p:cNvPr id="10" name="Diagram 165">
            <a:extLst>
              <a:ext uri="{FF2B5EF4-FFF2-40B4-BE49-F238E27FC236}">
                <a16:creationId xmlns:a16="http://schemas.microsoft.com/office/drawing/2014/main" id="{0EA544FE-FC1A-4692-A149-74596F45D54C}"/>
              </a:ext>
            </a:extLst>
          </p:cNvPr>
          <p:cNvSpPr>
            <a:spLocks noGrp="1"/>
          </p:cNvSpPr>
          <p:nvPr/>
        </p:nvSpPr>
        <p:spPr>
          <a:xfrm>
            <a:off x="9220200" y="2247900"/>
            <a:ext cx="2095500" cy="8382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11" name="Text 166">
            <a:extLst>
              <a:ext uri="{FF2B5EF4-FFF2-40B4-BE49-F238E27FC236}">
                <a16:creationId xmlns:a16="http://schemas.microsoft.com/office/drawing/2014/main" id="{F9F09AC5-7F8D-448B-96A9-AC3C90EF3776}"/>
              </a:ext>
            </a:extLst>
          </p:cNvPr>
          <p:cNvSpPr>
            <a:spLocks noGrp="1"/>
          </p:cNvSpPr>
          <p:nvPr/>
        </p:nvSpPr>
        <p:spPr>
          <a:xfrm>
            <a:off x="9315450" y="2362200"/>
            <a:ext cx="1905000" cy="285750"/>
          </a:xfrm>
          <a:prstGeom prst="rect">
            <a:avLst/>
          </a:prstGeom>
          <a:noFill/>
          <a:ln w="0">
            <a:noFill/>
          </a:ln>
        </p:spPr>
        <p:txBody>
          <a:bodyPr wrap="square" lIns="0" tIns="0" rIns="0" bIns="0" anchor="t">
            <a:noAutofit/>
          </a:bodyPr>
          <a:lstStyle>
            <a:lvl1pPr algn="ctr">
              <a:buNone/>
              <a:defRPr sz="2025" b="1">
                <a:solidFill>
                  <a:srgbClr val="166D73"/>
                </a:solidFill>
                <a:latin typeface="Arial"/>
                <a:ea typeface="Arial"/>
                <a:cs typeface="Arial"/>
              </a:defRPr>
            </a:lvl1pPr>
            <a:lvl2pPr algn="ctr">
              <a:buNone/>
              <a:defRPr sz="2025" b="1">
                <a:solidFill>
                  <a:srgbClr val="166D73"/>
                </a:solidFill>
                <a:latin typeface="Arial"/>
                <a:ea typeface="Arial"/>
                <a:cs typeface="Arial"/>
              </a:defRPr>
            </a:lvl2pPr>
            <a:lvl3pPr algn="ctr">
              <a:buNone/>
              <a:defRPr sz="2025" b="1">
                <a:solidFill>
                  <a:srgbClr val="166D73"/>
                </a:solidFill>
                <a:latin typeface="Arial"/>
                <a:ea typeface="Arial"/>
                <a:cs typeface="Arial"/>
              </a:defRPr>
            </a:lvl3pPr>
            <a:lvl4pPr algn="ctr">
              <a:buNone/>
              <a:defRPr sz="2025" b="1">
                <a:solidFill>
                  <a:srgbClr val="166D73"/>
                </a:solidFill>
                <a:latin typeface="Arial"/>
                <a:ea typeface="Arial"/>
                <a:cs typeface="Arial"/>
              </a:defRPr>
            </a:lvl4pPr>
            <a:lvl5pPr algn="ctr">
              <a:buNone/>
              <a:defRPr sz="2025" b="1">
                <a:solidFill>
                  <a:srgbClr val="166D73"/>
                </a:solidFill>
                <a:latin typeface="Arial"/>
                <a:ea typeface="Arial"/>
                <a:cs typeface="Arial"/>
              </a:defRPr>
            </a:lvl5pPr>
            <a:lvl6pPr algn="ctr">
              <a:buNone/>
              <a:defRPr sz="2025" b="1">
                <a:solidFill>
                  <a:srgbClr val="166D73"/>
                </a:solidFill>
                <a:latin typeface="Arial"/>
                <a:ea typeface="Arial"/>
                <a:cs typeface="Arial"/>
              </a:defRPr>
            </a:lvl6pPr>
            <a:lvl7pPr algn="ctr">
              <a:buNone/>
              <a:defRPr sz="2025" b="1">
                <a:solidFill>
                  <a:srgbClr val="166D73"/>
                </a:solidFill>
                <a:latin typeface="Arial"/>
                <a:ea typeface="Arial"/>
                <a:cs typeface="Arial"/>
              </a:defRPr>
            </a:lvl7pPr>
            <a:lvl8pPr algn="ctr">
              <a:buNone/>
              <a:defRPr sz="2025" b="1">
                <a:solidFill>
                  <a:srgbClr val="166D73"/>
                </a:solidFill>
                <a:latin typeface="Arial"/>
                <a:ea typeface="Arial"/>
                <a:cs typeface="Arial"/>
              </a:defRPr>
            </a:lvl8pPr>
            <a:lvl9pPr algn="ctr">
              <a:buNone/>
              <a:defRPr sz="2025" b="1">
                <a:solidFill>
                  <a:srgbClr val="166D73"/>
                </a:solidFill>
                <a:latin typeface="Arial"/>
                <a:ea typeface="Arial"/>
                <a:cs typeface="Arial"/>
              </a:defRPr>
            </a:lvl9pPr>
          </a:lstStyle>
          <a:p>
            <a:pPr algn="ctr">
              <a:buNone/>
              <a:defRPr sz="2025" b="1">
                <a:solidFill>
                  <a:srgbClr val="166D73"/>
                </a:solidFill>
                <a:latin typeface="Arial"/>
                <a:ea typeface="Arial"/>
                <a:cs typeface="Arial"/>
              </a:defRPr>
            </a:pPr>
            <a:r>
              <a:rPr sz="2025" b="1">
                <a:solidFill>
                  <a:srgbClr val="166D73"/>
                </a:solidFill>
                <a:latin typeface="Arial"/>
                <a:ea typeface="Arial"/>
                <a:cs typeface="Arial"/>
              </a:rPr>
              <a:t>VERIFY</a:t>
            </a:r>
          </a:p>
        </p:txBody>
      </p:sp>
      <p:sp>
        <p:nvSpPr>
          <p:cNvPr id="12" name="Text 167">
            <a:extLst>
              <a:ext uri="{FF2B5EF4-FFF2-40B4-BE49-F238E27FC236}">
                <a16:creationId xmlns:a16="http://schemas.microsoft.com/office/drawing/2014/main" id="{DE5D3C2C-BF69-46BE-9527-1CF2CF8E7F2E}"/>
              </a:ext>
            </a:extLst>
          </p:cNvPr>
          <p:cNvSpPr>
            <a:spLocks noGrp="1"/>
          </p:cNvSpPr>
          <p:nvPr/>
        </p:nvSpPr>
        <p:spPr>
          <a:xfrm>
            <a:off x="9315450" y="2695575"/>
            <a:ext cx="1905000" cy="352425"/>
          </a:xfrm>
          <a:prstGeom prst="rect">
            <a:avLst/>
          </a:prstGeom>
          <a:noFill/>
          <a:ln w="0">
            <a:noFill/>
          </a:ln>
        </p:spPr>
        <p:txBody>
          <a:bodyPr wrap="square" lIns="0" tIns="0" rIns="0" bIns="0" anchor="t">
            <a:noAutofit/>
          </a:bodyPr>
          <a:lstStyle>
            <a:lvl1pPr algn="ctr">
              <a:buNone/>
              <a:defRPr sz="1350" b="0">
                <a:solidFill>
                  <a:srgbClr val="20334A"/>
                </a:solidFill>
                <a:latin typeface="Arial"/>
                <a:ea typeface="Arial"/>
                <a:cs typeface="Arial"/>
              </a:defRPr>
            </a:lvl1pPr>
            <a:lvl2pPr algn="ctr">
              <a:buNone/>
              <a:defRPr sz="1350" b="0">
                <a:solidFill>
                  <a:srgbClr val="20334A"/>
                </a:solidFill>
                <a:latin typeface="Arial"/>
                <a:ea typeface="Arial"/>
                <a:cs typeface="Arial"/>
              </a:defRPr>
            </a:lvl2pPr>
            <a:lvl3pPr algn="ctr">
              <a:buNone/>
              <a:defRPr sz="1350" b="0">
                <a:solidFill>
                  <a:srgbClr val="20334A"/>
                </a:solidFill>
                <a:latin typeface="Arial"/>
                <a:ea typeface="Arial"/>
                <a:cs typeface="Arial"/>
              </a:defRPr>
            </a:lvl3pPr>
            <a:lvl4pPr algn="ctr">
              <a:buNone/>
              <a:defRPr sz="1350" b="0">
                <a:solidFill>
                  <a:srgbClr val="20334A"/>
                </a:solidFill>
                <a:latin typeface="Arial"/>
                <a:ea typeface="Arial"/>
                <a:cs typeface="Arial"/>
              </a:defRPr>
            </a:lvl4pPr>
            <a:lvl5pPr algn="ctr">
              <a:buNone/>
              <a:defRPr sz="1350" b="0">
                <a:solidFill>
                  <a:srgbClr val="20334A"/>
                </a:solidFill>
                <a:latin typeface="Arial"/>
                <a:ea typeface="Arial"/>
                <a:cs typeface="Arial"/>
              </a:defRPr>
            </a:lvl5pPr>
            <a:lvl6pPr algn="ctr">
              <a:buNone/>
              <a:defRPr sz="1350" b="0">
                <a:solidFill>
                  <a:srgbClr val="20334A"/>
                </a:solidFill>
                <a:latin typeface="Arial"/>
                <a:ea typeface="Arial"/>
                <a:cs typeface="Arial"/>
              </a:defRPr>
            </a:lvl6pPr>
            <a:lvl7pPr algn="ctr">
              <a:buNone/>
              <a:defRPr sz="1350" b="0">
                <a:solidFill>
                  <a:srgbClr val="20334A"/>
                </a:solidFill>
                <a:latin typeface="Arial"/>
                <a:ea typeface="Arial"/>
                <a:cs typeface="Arial"/>
              </a:defRPr>
            </a:lvl7pPr>
            <a:lvl8pPr algn="ctr">
              <a:buNone/>
              <a:defRPr sz="1350" b="0">
                <a:solidFill>
                  <a:srgbClr val="20334A"/>
                </a:solidFill>
                <a:latin typeface="Arial"/>
                <a:ea typeface="Arial"/>
                <a:cs typeface="Arial"/>
              </a:defRPr>
            </a:lvl8pPr>
            <a:lvl9pPr algn="ctr">
              <a:buNone/>
              <a:defRPr sz="1350" b="0">
                <a:solidFill>
                  <a:srgbClr val="20334A"/>
                </a:solidFill>
                <a:latin typeface="Arial"/>
                <a:ea typeface="Arial"/>
                <a:cs typeface="Arial"/>
              </a:defRPr>
            </a:lvl9pPr>
          </a:lstStyle>
          <a:p>
            <a:pPr algn="ctr">
              <a:buNone/>
              <a:defRPr sz="1350" b="0">
                <a:solidFill>
                  <a:srgbClr val="20334A"/>
                </a:solidFill>
                <a:latin typeface="Arial"/>
                <a:ea typeface="Arial"/>
                <a:cs typeface="Arial"/>
              </a:defRPr>
            </a:pPr>
            <a:r>
              <a:rPr sz="1350" b="0">
                <a:solidFill>
                  <a:srgbClr val="20334A"/>
                </a:solidFill>
                <a:latin typeface="Arial"/>
                <a:ea typeface="Arial"/>
                <a:cs typeface="Arial"/>
              </a:rPr>
              <a:t>Check CRC and length</a:t>
            </a:r>
          </a:p>
        </p:txBody>
      </p:sp>
      <p:sp>
        <p:nvSpPr>
          <p:cNvPr id="13" name="Diagram 168">
            <a:extLst>
              <a:ext uri="{FF2B5EF4-FFF2-40B4-BE49-F238E27FC236}">
                <a16:creationId xmlns:a16="http://schemas.microsoft.com/office/drawing/2014/main" id="{8DCD5D5B-BB3C-43ED-BCA0-C66B3733A47B}"/>
              </a:ext>
            </a:extLst>
          </p:cNvPr>
          <p:cNvSpPr>
            <a:spLocks noGrp="1"/>
          </p:cNvSpPr>
          <p:nvPr/>
        </p:nvSpPr>
        <p:spPr>
          <a:xfrm>
            <a:off x="9220200" y="4476750"/>
            <a:ext cx="2095500" cy="838200"/>
          </a:xfrm>
          <a:prstGeom prst="rect">
            <a:avLst/>
          </a:prstGeom>
          <a:solidFill>
            <a:srgbClr val="EAF4ED"/>
          </a:solidFill>
          <a:ln w="14288">
            <a:solidFill>
              <a:srgbClr val="28764F"/>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14" name="Text 169">
            <a:extLst>
              <a:ext uri="{FF2B5EF4-FFF2-40B4-BE49-F238E27FC236}">
                <a16:creationId xmlns:a16="http://schemas.microsoft.com/office/drawing/2014/main" id="{2017FC05-83A3-40A8-9146-3439CFAA1AA6}"/>
              </a:ext>
            </a:extLst>
          </p:cNvPr>
          <p:cNvSpPr>
            <a:spLocks noGrp="1"/>
          </p:cNvSpPr>
          <p:nvPr/>
        </p:nvSpPr>
        <p:spPr>
          <a:xfrm>
            <a:off x="9315450" y="4591050"/>
            <a:ext cx="1905000" cy="285750"/>
          </a:xfrm>
          <a:prstGeom prst="rect">
            <a:avLst/>
          </a:prstGeom>
          <a:noFill/>
          <a:ln w="0">
            <a:noFill/>
          </a:ln>
        </p:spPr>
        <p:txBody>
          <a:bodyPr wrap="square" lIns="0" tIns="0" rIns="0" bIns="0" anchor="t">
            <a:noAutofit/>
          </a:bodyPr>
          <a:lstStyle>
            <a:lvl1pPr algn="ctr">
              <a:buNone/>
              <a:defRPr sz="2025" b="1">
                <a:solidFill>
                  <a:srgbClr val="28764F"/>
                </a:solidFill>
                <a:latin typeface="Arial"/>
                <a:ea typeface="Arial"/>
                <a:cs typeface="Arial"/>
              </a:defRPr>
            </a:lvl1pPr>
            <a:lvl2pPr algn="ctr">
              <a:buNone/>
              <a:defRPr sz="2025" b="1">
                <a:solidFill>
                  <a:srgbClr val="28764F"/>
                </a:solidFill>
                <a:latin typeface="Arial"/>
                <a:ea typeface="Arial"/>
                <a:cs typeface="Arial"/>
              </a:defRPr>
            </a:lvl2pPr>
            <a:lvl3pPr algn="ctr">
              <a:buNone/>
              <a:defRPr sz="2025" b="1">
                <a:solidFill>
                  <a:srgbClr val="28764F"/>
                </a:solidFill>
                <a:latin typeface="Arial"/>
                <a:ea typeface="Arial"/>
                <a:cs typeface="Arial"/>
              </a:defRPr>
            </a:lvl3pPr>
            <a:lvl4pPr algn="ctr">
              <a:buNone/>
              <a:defRPr sz="2025" b="1">
                <a:solidFill>
                  <a:srgbClr val="28764F"/>
                </a:solidFill>
                <a:latin typeface="Arial"/>
                <a:ea typeface="Arial"/>
                <a:cs typeface="Arial"/>
              </a:defRPr>
            </a:lvl4pPr>
            <a:lvl5pPr algn="ctr">
              <a:buNone/>
              <a:defRPr sz="2025" b="1">
                <a:solidFill>
                  <a:srgbClr val="28764F"/>
                </a:solidFill>
                <a:latin typeface="Arial"/>
                <a:ea typeface="Arial"/>
                <a:cs typeface="Arial"/>
              </a:defRPr>
            </a:lvl5pPr>
            <a:lvl6pPr algn="ctr">
              <a:buNone/>
              <a:defRPr sz="2025" b="1">
                <a:solidFill>
                  <a:srgbClr val="28764F"/>
                </a:solidFill>
                <a:latin typeface="Arial"/>
                <a:ea typeface="Arial"/>
                <a:cs typeface="Arial"/>
              </a:defRPr>
            </a:lvl6pPr>
            <a:lvl7pPr algn="ctr">
              <a:buNone/>
              <a:defRPr sz="2025" b="1">
                <a:solidFill>
                  <a:srgbClr val="28764F"/>
                </a:solidFill>
                <a:latin typeface="Arial"/>
                <a:ea typeface="Arial"/>
                <a:cs typeface="Arial"/>
              </a:defRPr>
            </a:lvl7pPr>
            <a:lvl8pPr algn="ctr">
              <a:buNone/>
              <a:defRPr sz="2025" b="1">
                <a:solidFill>
                  <a:srgbClr val="28764F"/>
                </a:solidFill>
                <a:latin typeface="Arial"/>
                <a:ea typeface="Arial"/>
                <a:cs typeface="Arial"/>
              </a:defRPr>
            </a:lvl8pPr>
            <a:lvl9pPr algn="ctr">
              <a:buNone/>
              <a:defRPr sz="2025" b="1">
                <a:solidFill>
                  <a:srgbClr val="28764F"/>
                </a:solidFill>
                <a:latin typeface="Arial"/>
                <a:ea typeface="Arial"/>
                <a:cs typeface="Arial"/>
              </a:defRPr>
            </a:lvl9pPr>
          </a:lstStyle>
          <a:p>
            <a:pPr algn="ctr">
              <a:buNone/>
              <a:defRPr sz="2025" b="1">
                <a:solidFill>
                  <a:srgbClr val="28764F"/>
                </a:solidFill>
                <a:latin typeface="Arial"/>
                <a:ea typeface="Arial"/>
                <a:cs typeface="Arial"/>
              </a:defRPr>
            </a:pPr>
            <a:r>
              <a:rPr sz="2025" b="1">
                <a:solidFill>
                  <a:srgbClr val="28764F"/>
                </a:solidFill>
                <a:latin typeface="Arial"/>
                <a:ea typeface="Arial"/>
                <a:cs typeface="Arial"/>
              </a:rPr>
              <a:t>EXTRACT</a:t>
            </a:r>
          </a:p>
        </p:txBody>
      </p:sp>
      <p:sp>
        <p:nvSpPr>
          <p:cNvPr id="15" name="Text 170">
            <a:extLst>
              <a:ext uri="{FF2B5EF4-FFF2-40B4-BE49-F238E27FC236}">
                <a16:creationId xmlns:a16="http://schemas.microsoft.com/office/drawing/2014/main" id="{0DFD726E-C413-4707-8226-07DA0E95344E}"/>
              </a:ext>
            </a:extLst>
          </p:cNvPr>
          <p:cNvSpPr>
            <a:spLocks noGrp="1"/>
          </p:cNvSpPr>
          <p:nvPr/>
        </p:nvSpPr>
        <p:spPr>
          <a:xfrm>
            <a:off x="9315450" y="4924425"/>
            <a:ext cx="1905000" cy="352425"/>
          </a:xfrm>
          <a:prstGeom prst="rect">
            <a:avLst/>
          </a:prstGeom>
          <a:noFill/>
          <a:ln w="0">
            <a:noFill/>
          </a:ln>
        </p:spPr>
        <p:txBody>
          <a:bodyPr wrap="square" lIns="0" tIns="0" rIns="0" bIns="0" anchor="t">
            <a:noAutofit/>
          </a:bodyPr>
          <a:lstStyle>
            <a:lvl1pPr algn="ctr">
              <a:buNone/>
              <a:defRPr sz="1350" b="0">
                <a:solidFill>
                  <a:srgbClr val="20334A"/>
                </a:solidFill>
                <a:latin typeface="Arial"/>
                <a:ea typeface="Arial"/>
                <a:cs typeface="Arial"/>
              </a:defRPr>
            </a:lvl1pPr>
            <a:lvl2pPr algn="ctr">
              <a:buNone/>
              <a:defRPr sz="1350" b="0">
                <a:solidFill>
                  <a:srgbClr val="20334A"/>
                </a:solidFill>
                <a:latin typeface="Arial"/>
                <a:ea typeface="Arial"/>
                <a:cs typeface="Arial"/>
              </a:defRPr>
            </a:lvl2pPr>
            <a:lvl3pPr algn="ctr">
              <a:buNone/>
              <a:defRPr sz="1350" b="0">
                <a:solidFill>
                  <a:srgbClr val="20334A"/>
                </a:solidFill>
                <a:latin typeface="Arial"/>
                <a:ea typeface="Arial"/>
                <a:cs typeface="Arial"/>
              </a:defRPr>
            </a:lvl3pPr>
            <a:lvl4pPr algn="ctr">
              <a:buNone/>
              <a:defRPr sz="1350" b="0">
                <a:solidFill>
                  <a:srgbClr val="20334A"/>
                </a:solidFill>
                <a:latin typeface="Arial"/>
                <a:ea typeface="Arial"/>
                <a:cs typeface="Arial"/>
              </a:defRPr>
            </a:lvl4pPr>
            <a:lvl5pPr algn="ctr">
              <a:buNone/>
              <a:defRPr sz="1350" b="0">
                <a:solidFill>
                  <a:srgbClr val="20334A"/>
                </a:solidFill>
                <a:latin typeface="Arial"/>
                <a:ea typeface="Arial"/>
                <a:cs typeface="Arial"/>
              </a:defRPr>
            </a:lvl5pPr>
            <a:lvl6pPr algn="ctr">
              <a:buNone/>
              <a:defRPr sz="1350" b="0">
                <a:solidFill>
                  <a:srgbClr val="20334A"/>
                </a:solidFill>
                <a:latin typeface="Arial"/>
                <a:ea typeface="Arial"/>
                <a:cs typeface="Arial"/>
              </a:defRPr>
            </a:lvl6pPr>
            <a:lvl7pPr algn="ctr">
              <a:buNone/>
              <a:defRPr sz="1350" b="0">
                <a:solidFill>
                  <a:srgbClr val="20334A"/>
                </a:solidFill>
                <a:latin typeface="Arial"/>
                <a:ea typeface="Arial"/>
                <a:cs typeface="Arial"/>
              </a:defRPr>
            </a:lvl7pPr>
            <a:lvl8pPr algn="ctr">
              <a:buNone/>
              <a:defRPr sz="1350" b="0">
                <a:solidFill>
                  <a:srgbClr val="20334A"/>
                </a:solidFill>
                <a:latin typeface="Arial"/>
                <a:ea typeface="Arial"/>
                <a:cs typeface="Arial"/>
              </a:defRPr>
            </a:lvl8pPr>
            <a:lvl9pPr algn="ctr">
              <a:buNone/>
              <a:defRPr sz="1350" b="0">
                <a:solidFill>
                  <a:srgbClr val="20334A"/>
                </a:solidFill>
                <a:latin typeface="Arial"/>
                <a:ea typeface="Arial"/>
                <a:cs typeface="Arial"/>
              </a:defRPr>
            </a:lvl9pPr>
          </a:lstStyle>
          <a:p>
            <a:pPr algn="ctr">
              <a:buNone/>
              <a:defRPr sz="1350" b="0">
                <a:solidFill>
                  <a:srgbClr val="20334A"/>
                </a:solidFill>
                <a:latin typeface="Arial"/>
                <a:ea typeface="Arial"/>
                <a:cs typeface="Arial"/>
              </a:defRPr>
            </a:pPr>
            <a:r>
              <a:rPr sz="1350" b="0">
                <a:solidFill>
                  <a:srgbClr val="20334A"/>
                </a:solidFill>
                <a:latin typeface="Arial"/>
                <a:ea typeface="Arial"/>
                <a:cs typeface="Arial"/>
              </a:rPr>
              <a:t>Accept and decode</a:t>
            </a:r>
          </a:p>
        </p:txBody>
      </p:sp>
      <p:cxnSp>
        <p:nvCxnSpPr>
          <p:cNvPr id="48" name="Straight Arrow Connector 47"/>
          <p:cNvCxnSpPr>
            <a:stCxn id="4" idx="3"/>
            <a:endCxn id="7" idx="1"/>
          </p:cNvCxnSpPr>
          <p:nvPr/>
        </p:nvCxnSpPr>
        <p:spPr>
          <a:xfrm>
            <a:off x="2971800" y="2667000"/>
            <a:ext cx="2076450" cy="0"/>
          </a:xfrm>
          <a:prstGeom prst="straightConnector1">
            <a:avLst/>
          </a:prstGeom>
          <a:ln w="19050">
            <a:solidFill>
              <a:srgbClr val="166D73"/>
            </a:solidFill>
            <a:tailEnd type="triangle" w="med" len="med"/>
          </a:ln>
        </p:spPr>
      </p:cxnSp>
      <p:cxnSp>
        <p:nvCxnSpPr>
          <p:cNvPr id="49" name="Straight Arrow Connector 48"/>
          <p:cNvCxnSpPr>
            <a:stCxn id="7" idx="3"/>
            <a:endCxn id="10" idx="1"/>
          </p:cNvCxnSpPr>
          <p:nvPr/>
        </p:nvCxnSpPr>
        <p:spPr>
          <a:xfrm>
            <a:off x="7143750" y="2667000"/>
            <a:ext cx="2076450" cy="0"/>
          </a:xfrm>
          <a:prstGeom prst="straightConnector1">
            <a:avLst/>
          </a:prstGeom>
          <a:ln w="19050">
            <a:solidFill>
              <a:srgbClr val="166D73"/>
            </a:solidFill>
            <a:tailEnd type="triangle" w="med" len="med"/>
          </a:ln>
        </p:spPr>
      </p:cxnSp>
      <p:cxnSp>
        <p:nvCxnSpPr>
          <p:cNvPr id="50" name="Straight Arrow Connector 49"/>
          <p:cNvCxnSpPr>
            <a:stCxn id="10" idx="2"/>
            <a:endCxn id="13" idx="0"/>
          </p:cNvCxnSpPr>
          <p:nvPr/>
        </p:nvCxnSpPr>
        <p:spPr>
          <a:xfrm>
            <a:off x="10267950" y="3086100"/>
            <a:ext cx="0" cy="1390650"/>
          </a:xfrm>
          <a:prstGeom prst="straightConnector1">
            <a:avLst/>
          </a:prstGeom>
          <a:ln w="19050">
            <a:solidFill>
              <a:srgbClr val="28764F"/>
            </a:solidFill>
            <a:tailEnd type="triangle" w="med" len="med"/>
          </a:ln>
        </p:spPr>
      </p:cxnSp>
      <p:sp>
        <p:nvSpPr>
          <p:cNvPr id="19" name="Text 171">
            <a:extLst>
              <a:ext uri="{FF2B5EF4-FFF2-40B4-BE49-F238E27FC236}">
                <a16:creationId xmlns:a16="http://schemas.microsoft.com/office/drawing/2014/main" id="{45CDD4F7-C681-448F-9094-116867DEF055}"/>
              </a:ext>
            </a:extLst>
          </p:cNvPr>
          <p:cNvSpPr>
            <a:spLocks noGrp="1"/>
          </p:cNvSpPr>
          <p:nvPr/>
        </p:nvSpPr>
        <p:spPr>
          <a:xfrm>
            <a:off x="3105150" y="2295525"/>
            <a:ext cx="1790700" cy="285750"/>
          </a:xfrm>
          <a:prstGeom prst="rect">
            <a:avLst/>
          </a:prstGeom>
          <a:noFill/>
          <a:ln w="0">
            <a:noFill/>
          </a:ln>
        </p:spPr>
        <p:txBody>
          <a:bodyPr wrap="square" lIns="0" tIns="0" rIns="0" bIns="0" anchor="t">
            <a:noAutofit/>
          </a:bodyPr>
          <a:lstStyle>
            <a:lvl1pPr algn="ctr">
              <a:buNone/>
              <a:defRPr sz="1650" b="0">
                <a:solidFill>
                  <a:srgbClr val="20334A"/>
                </a:solidFill>
                <a:latin typeface="Arial"/>
                <a:ea typeface="Arial"/>
                <a:cs typeface="Arial"/>
              </a:defRPr>
            </a:lvl1pPr>
            <a:lvl2pPr algn="ctr">
              <a:buNone/>
              <a:defRPr sz="1650" b="0">
                <a:solidFill>
                  <a:srgbClr val="20334A"/>
                </a:solidFill>
                <a:latin typeface="Arial"/>
                <a:ea typeface="Arial"/>
                <a:cs typeface="Arial"/>
              </a:defRPr>
            </a:lvl2pPr>
            <a:lvl3pPr algn="ctr">
              <a:buNone/>
              <a:defRPr sz="1650" b="0">
                <a:solidFill>
                  <a:srgbClr val="20334A"/>
                </a:solidFill>
                <a:latin typeface="Arial"/>
                <a:ea typeface="Arial"/>
                <a:cs typeface="Arial"/>
              </a:defRPr>
            </a:lvl3pPr>
            <a:lvl4pPr algn="ctr">
              <a:buNone/>
              <a:defRPr sz="1650" b="0">
                <a:solidFill>
                  <a:srgbClr val="20334A"/>
                </a:solidFill>
                <a:latin typeface="Arial"/>
                <a:ea typeface="Arial"/>
                <a:cs typeface="Arial"/>
              </a:defRPr>
            </a:lvl4pPr>
            <a:lvl5pPr algn="ctr">
              <a:buNone/>
              <a:defRPr sz="1650" b="0">
                <a:solidFill>
                  <a:srgbClr val="20334A"/>
                </a:solidFill>
                <a:latin typeface="Arial"/>
                <a:ea typeface="Arial"/>
                <a:cs typeface="Arial"/>
              </a:defRPr>
            </a:lvl5pPr>
            <a:lvl6pPr algn="ctr">
              <a:buNone/>
              <a:defRPr sz="1650" b="0">
                <a:solidFill>
                  <a:srgbClr val="20334A"/>
                </a:solidFill>
                <a:latin typeface="Arial"/>
                <a:ea typeface="Arial"/>
                <a:cs typeface="Arial"/>
              </a:defRPr>
            </a:lvl6pPr>
            <a:lvl7pPr algn="ctr">
              <a:buNone/>
              <a:defRPr sz="1650" b="0">
                <a:solidFill>
                  <a:srgbClr val="20334A"/>
                </a:solidFill>
                <a:latin typeface="Arial"/>
                <a:ea typeface="Arial"/>
                <a:cs typeface="Arial"/>
              </a:defRPr>
            </a:lvl7pPr>
            <a:lvl8pPr algn="ctr">
              <a:buNone/>
              <a:defRPr sz="1650" b="0">
                <a:solidFill>
                  <a:srgbClr val="20334A"/>
                </a:solidFill>
                <a:latin typeface="Arial"/>
                <a:ea typeface="Arial"/>
                <a:cs typeface="Arial"/>
              </a:defRPr>
            </a:lvl8pPr>
            <a:lvl9pPr algn="ctr">
              <a:buNone/>
              <a:defRPr sz="1650" b="0">
                <a:solidFill>
                  <a:srgbClr val="20334A"/>
                </a:solidFill>
                <a:latin typeface="Arial"/>
                <a:ea typeface="Arial"/>
                <a:cs typeface="Arial"/>
              </a:defRPr>
            </a:lvl9pPr>
          </a:lstStyle>
          <a:p>
            <a:pPr algn="ctr">
              <a:buNone/>
              <a:defRPr sz="1650" b="0">
                <a:solidFill>
                  <a:srgbClr val="20334A"/>
                </a:solidFill>
                <a:latin typeface="Arial"/>
                <a:ea typeface="Arial"/>
                <a:cs typeface="Arial"/>
              </a:defRPr>
            </a:pPr>
            <a:r>
              <a:rPr sz="1650" b="0">
                <a:solidFill>
                  <a:srgbClr val="20334A"/>
                </a:solidFill>
                <a:latin typeface="Arial"/>
                <a:ea typeface="Arial"/>
                <a:cs typeface="Arial"/>
              </a:rPr>
              <a:t>ASM found</a:t>
            </a:r>
          </a:p>
        </p:txBody>
      </p:sp>
      <p:sp>
        <p:nvSpPr>
          <p:cNvPr id="20" name="Text 172">
            <a:extLst>
              <a:ext uri="{FF2B5EF4-FFF2-40B4-BE49-F238E27FC236}">
                <a16:creationId xmlns:a16="http://schemas.microsoft.com/office/drawing/2014/main" id="{EC10F6F8-8C43-4B93-B925-B674EFE97492}"/>
              </a:ext>
            </a:extLst>
          </p:cNvPr>
          <p:cNvSpPr>
            <a:spLocks noGrp="1"/>
          </p:cNvSpPr>
          <p:nvPr/>
        </p:nvSpPr>
        <p:spPr>
          <a:xfrm>
            <a:off x="7277100" y="2295525"/>
            <a:ext cx="1790700" cy="285750"/>
          </a:xfrm>
          <a:prstGeom prst="rect">
            <a:avLst/>
          </a:prstGeom>
          <a:noFill/>
          <a:ln w="0">
            <a:noFill/>
          </a:ln>
        </p:spPr>
        <p:txBody>
          <a:bodyPr wrap="square" lIns="0" tIns="0" rIns="0" bIns="0" anchor="t">
            <a:noAutofit/>
          </a:bodyPr>
          <a:lstStyle>
            <a:lvl1pPr algn="ctr">
              <a:buNone/>
              <a:defRPr sz="1650" b="0">
                <a:solidFill>
                  <a:srgbClr val="20334A"/>
                </a:solidFill>
                <a:latin typeface="Arial"/>
                <a:ea typeface="Arial"/>
                <a:cs typeface="Arial"/>
              </a:defRPr>
            </a:lvl1pPr>
            <a:lvl2pPr algn="ctr">
              <a:buNone/>
              <a:defRPr sz="1650" b="0">
                <a:solidFill>
                  <a:srgbClr val="20334A"/>
                </a:solidFill>
                <a:latin typeface="Arial"/>
                <a:ea typeface="Arial"/>
                <a:cs typeface="Arial"/>
              </a:defRPr>
            </a:lvl2pPr>
            <a:lvl3pPr algn="ctr">
              <a:buNone/>
              <a:defRPr sz="1650" b="0">
                <a:solidFill>
                  <a:srgbClr val="20334A"/>
                </a:solidFill>
                <a:latin typeface="Arial"/>
                <a:ea typeface="Arial"/>
                <a:cs typeface="Arial"/>
              </a:defRPr>
            </a:lvl3pPr>
            <a:lvl4pPr algn="ctr">
              <a:buNone/>
              <a:defRPr sz="1650" b="0">
                <a:solidFill>
                  <a:srgbClr val="20334A"/>
                </a:solidFill>
                <a:latin typeface="Arial"/>
                <a:ea typeface="Arial"/>
                <a:cs typeface="Arial"/>
              </a:defRPr>
            </a:lvl4pPr>
            <a:lvl5pPr algn="ctr">
              <a:buNone/>
              <a:defRPr sz="1650" b="0">
                <a:solidFill>
                  <a:srgbClr val="20334A"/>
                </a:solidFill>
                <a:latin typeface="Arial"/>
                <a:ea typeface="Arial"/>
                <a:cs typeface="Arial"/>
              </a:defRPr>
            </a:lvl5pPr>
            <a:lvl6pPr algn="ctr">
              <a:buNone/>
              <a:defRPr sz="1650" b="0">
                <a:solidFill>
                  <a:srgbClr val="20334A"/>
                </a:solidFill>
                <a:latin typeface="Arial"/>
                <a:ea typeface="Arial"/>
                <a:cs typeface="Arial"/>
              </a:defRPr>
            </a:lvl6pPr>
            <a:lvl7pPr algn="ctr">
              <a:buNone/>
              <a:defRPr sz="1650" b="0">
                <a:solidFill>
                  <a:srgbClr val="20334A"/>
                </a:solidFill>
                <a:latin typeface="Arial"/>
                <a:ea typeface="Arial"/>
                <a:cs typeface="Arial"/>
              </a:defRPr>
            </a:lvl7pPr>
            <a:lvl8pPr algn="ctr">
              <a:buNone/>
              <a:defRPr sz="1650" b="0">
                <a:solidFill>
                  <a:srgbClr val="20334A"/>
                </a:solidFill>
                <a:latin typeface="Arial"/>
                <a:ea typeface="Arial"/>
                <a:cs typeface="Arial"/>
              </a:defRPr>
            </a:lvl8pPr>
            <a:lvl9pPr algn="ctr">
              <a:buNone/>
              <a:defRPr sz="1650" b="0">
                <a:solidFill>
                  <a:srgbClr val="20334A"/>
                </a:solidFill>
                <a:latin typeface="Arial"/>
                <a:ea typeface="Arial"/>
                <a:cs typeface="Arial"/>
              </a:defRPr>
            </a:lvl9pPr>
          </a:lstStyle>
          <a:p>
            <a:pPr algn="ctr">
              <a:buNone/>
              <a:defRPr sz="1650" b="0">
                <a:solidFill>
                  <a:srgbClr val="20334A"/>
                </a:solidFill>
                <a:latin typeface="Arial"/>
                <a:ea typeface="Arial"/>
                <a:cs typeface="Arial"/>
              </a:defRPr>
            </a:pPr>
            <a:r>
              <a:rPr sz="1650" b="0">
                <a:solidFill>
                  <a:srgbClr val="20334A"/>
                </a:solidFill>
                <a:latin typeface="Arial"/>
                <a:ea typeface="Arial"/>
                <a:cs typeface="Arial"/>
              </a:rPr>
              <a:t>Enough bits</a:t>
            </a:r>
          </a:p>
        </p:txBody>
      </p:sp>
      <p:sp>
        <p:nvSpPr>
          <p:cNvPr id="21" name="Text 173">
            <a:extLst>
              <a:ext uri="{FF2B5EF4-FFF2-40B4-BE49-F238E27FC236}">
                <a16:creationId xmlns:a16="http://schemas.microsoft.com/office/drawing/2014/main" id="{87D67C42-E009-4569-ADE7-DD1C772CF90F}"/>
              </a:ext>
            </a:extLst>
          </p:cNvPr>
          <p:cNvSpPr>
            <a:spLocks noGrp="1"/>
          </p:cNvSpPr>
          <p:nvPr/>
        </p:nvSpPr>
        <p:spPr>
          <a:xfrm>
            <a:off x="7524750" y="3552825"/>
            <a:ext cx="2190750" cy="552450"/>
          </a:xfrm>
          <a:prstGeom prst="rect">
            <a:avLst/>
          </a:prstGeom>
          <a:noFill/>
          <a:ln w="0">
            <a:noFill/>
          </a:ln>
        </p:spPr>
        <p:txBody>
          <a:bodyPr wrap="square" lIns="0" tIns="0" rIns="0" bIns="0" anchor="t">
            <a:noAutofit/>
          </a:bodyPr>
          <a:lstStyle>
            <a:lvl1pPr algn="r">
              <a:buNone/>
              <a:defRPr sz="1575" b="0">
                <a:solidFill>
                  <a:srgbClr val="28764F"/>
                </a:solidFill>
                <a:latin typeface="Arial"/>
                <a:ea typeface="Arial"/>
                <a:cs typeface="Arial"/>
              </a:defRPr>
            </a:lvl1pPr>
            <a:lvl2pPr algn="r">
              <a:buNone/>
              <a:defRPr sz="1575" b="0">
                <a:solidFill>
                  <a:srgbClr val="28764F"/>
                </a:solidFill>
                <a:latin typeface="Arial"/>
                <a:ea typeface="Arial"/>
                <a:cs typeface="Arial"/>
              </a:defRPr>
            </a:lvl2pPr>
            <a:lvl3pPr algn="r">
              <a:buNone/>
              <a:defRPr sz="1575" b="0">
                <a:solidFill>
                  <a:srgbClr val="28764F"/>
                </a:solidFill>
                <a:latin typeface="Arial"/>
                <a:ea typeface="Arial"/>
                <a:cs typeface="Arial"/>
              </a:defRPr>
            </a:lvl3pPr>
            <a:lvl4pPr algn="r">
              <a:buNone/>
              <a:defRPr sz="1575" b="0">
                <a:solidFill>
                  <a:srgbClr val="28764F"/>
                </a:solidFill>
                <a:latin typeface="Arial"/>
                <a:ea typeface="Arial"/>
                <a:cs typeface="Arial"/>
              </a:defRPr>
            </a:lvl4pPr>
            <a:lvl5pPr algn="r">
              <a:buNone/>
              <a:defRPr sz="1575" b="0">
                <a:solidFill>
                  <a:srgbClr val="28764F"/>
                </a:solidFill>
                <a:latin typeface="Arial"/>
                <a:ea typeface="Arial"/>
                <a:cs typeface="Arial"/>
              </a:defRPr>
            </a:lvl5pPr>
            <a:lvl6pPr algn="r">
              <a:buNone/>
              <a:defRPr sz="1575" b="0">
                <a:solidFill>
                  <a:srgbClr val="28764F"/>
                </a:solidFill>
                <a:latin typeface="Arial"/>
                <a:ea typeface="Arial"/>
                <a:cs typeface="Arial"/>
              </a:defRPr>
            </a:lvl6pPr>
            <a:lvl7pPr algn="r">
              <a:buNone/>
              <a:defRPr sz="1575" b="0">
                <a:solidFill>
                  <a:srgbClr val="28764F"/>
                </a:solidFill>
                <a:latin typeface="Arial"/>
                <a:ea typeface="Arial"/>
                <a:cs typeface="Arial"/>
              </a:defRPr>
            </a:lvl7pPr>
            <a:lvl8pPr algn="r">
              <a:buNone/>
              <a:defRPr sz="1575" b="0">
                <a:solidFill>
                  <a:srgbClr val="28764F"/>
                </a:solidFill>
                <a:latin typeface="Arial"/>
                <a:ea typeface="Arial"/>
                <a:cs typeface="Arial"/>
              </a:defRPr>
            </a:lvl8pPr>
            <a:lvl9pPr algn="r">
              <a:buNone/>
              <a:defRPr sz="1575" b="0">
                <a:solidFill>
                  <a:srgbClr val="28764F"/>
                </a:solidFill>
                <a:latin typeface="Arial"/>
                <a:ea typeface="Arial"/>
                <a:cs typeface="Arial"/>
              </a:defRPr>
            </a:lvl9pPr>
          </a:lstStyle>
          <a:p>
            <a:pPr algn="r">
              <a:buNone/>
              <a:defRPr sz="1575" b="0">
                <a:solidFill>
                  <a:srgbClr val="28764F"/>
                </a:solidFill>
                <a:latin typeface="Arial"/>
                <a:ea typeface="Arial"/>
                <a:cs typeface="Arial"/>
              </a:defRPr>
            </a:pPr>
            <a:r>
              <a:rPr sz="1575" b="0">
                <a:solidFill>
                  <a:srgbClr val="28764F"/>
                </a:solidFill>
                <a:latin typeface="Arial"/>
                <a:ea typeface="Arial"/>
                <a:cs typeface="Arial"/>
              </a:rPr>
              <a:t>CRC and format</a:t>
            </a:r>
          </a:p>
          <a:p>
            <a:pPr algn="r">
              <a:buNone/>
              <a:defRPr sz="1575" b="0">
                <a:solidFill>
                  <a:srgbClr val="28764F"/>
                </a:solidFill>
                <a:latin typeface="Arial"/>
                <a:ea typeface="Arial"/>
                <a:cs typeface="Arial"/>
              </a:defRPr>
            </a:pPr>
            <a:r>
              <a:rPr sz="1575" b="0">
                <a:solidFill>
                  <a:srgbClr val="28764F"/>
                </a:solidFill>
                <a:latin typeface="Arial"/>
                <a:ea typeface="Arial"/>
                <a:cs typeface="Arial"/>
              </a:rPr>
              <a:t>pass</a:t>
            </a:r>
          </a:p>
        </p:txBody>
      </p:sp>
      <p:cxnSp>
        <p:nvCxnSpPr>
          <p:cNvPr id="54" name="Connector 174"/>
          <p:cNvCxnSpPr/>
          <p:nvPr/>
        </p:nvCxnSpPr>
        <p:spPr>
          <a:xfrm flipV="1">
            <a:off x="10267950" y="1647825"/>
            <a:ext cx="0" cy="600075"/>
          </a:xfrm>
          <a:prstGeom prst="straightConnector1">
            <a:avLst/>
          </a:prstGeom>
          <a:ln w="19050">
            <a:solidFill>
              <a:srgbClr val="A74038"/>
            </a:solidFill>
            <a:prstDash val="solid"/>
            <a:tailEnd type="none" w="med" len="med"/>
          </a:ln>
        </p:spPr>
      </p:cxnSp>
      <p:cxnSp>
        <p:nvCxnSpPr>
          <p:cNvPr id="55" name="Connector 175"/>
          <p:cNvCxnSpPr/>
          <p:nvPr/>
        </p:nvCxnSpPr>
        <p:spPr>
          <a:xfrm flipH="1">
            <a:off x="1924050" y="1647825"/>
            <a:ext cx="8343900" cy="0"/>
          </a:xfrm>
          <a:prstGeom prst="straightConnector1">
            <a:avLst/>
          </a:prstGeom>
          <a:ln w="19050">
            <a:solidFill>
              <a:srgbClr val="A74038"/>
            </a:solidFill>
            <a:prstDash val="solid"/>
            <a:tailEnd type="none" w="med" len="med"/>
          </a:ln>
        </p:spPr>
      </p:cxnSp>
      <p:cxnSp>
        <p:nvCxnSpPr>
          <p:cNvPr id="56" name="Connector 176"/>
          <p:cNvCxnSpPr/>
          <p:nvPr/>
        </p:nvCxnSpPr>
        <p:spPr>
          <a:xfrm>
            <a:off x="1924050" y="1647825"/>
            <a:ext cx="0" cy="600075"/>
          </a:xfrm>
          <a:prstGeom prst="straightConnector1">
            <a:avLst/>
          </a:prstGeom>
          <a:ln w="19050">
            <a:solidFill>
              <a:srgbClr val="A74038"/>
            </a:solidFill>
            <a:prstDash val="solid"/>
            <a:tailEnd type="triangle" w="med" len="med"/>
          </a:ln>
        </p:spPr>
      </p:cxnSp>
      <p:sp>
        <p:nvSpPr>
          <p:cNvPr id="25" name="Text 177">
            <a:extLst>
              <a:ext uri="{FF2B5EF4-FFF2-40B4-BE49-F238E27FC236}">
                <a16:creationId xmlns:a16="http://schemas.microsoft.com/office/drawing/2014/main" id="{21BB3238-97A8-41AE-AF55-4C2C55715900}"/>
              </a:ext>
            </a:extLst>
          </p:cNvPr>
          <p:cNvSpPr>
            <a:spLocks noGrp="1"/>
          </p:cNvSpPr>
          <p:nvPr/>
        </p:nvSpPr>
        <p:spPr>
          <a:xfrm>
            <a:off x="2876550" y="1266825"/>
            <a:ext cx="6572250" cy="304800"/>
          </a:xfrm>
          <a:prstGeom prst="rect">
            <a:avLst/>
          </a:prstGeom>
          <a:noFill/>
          <a:ln w="0">
            <a:noFill/>
          </a:ln>
        </p:spPr>
        <p:txBody>
          <a:bodyPr wrap="square" lIns="0" tIns="0" rIns="0" bIns="0" anchor="t">
            <a:noAutofit/>
          </a:bodyPr>
          <a:lstStyle>
            <a:lvl1pPr algn="ctr">
              <a:buNone/>
              <a:defRPr sz="1650" b="0">
                <a:solidFill>
                  <a:srgbClr val="A74038"/>
                </a:solidFill>
                <a:latin typeface="Arial"/>
                <a:ea typeface="Arial"/>
                <a:cs typeface="Arial"/>
              </a:defRPr>
            </a:lvl1pPr>
            <a:lvl2pPr algn="ctr">
              <a:buNone/>
              <a:defRPr sz="1650" b="0">
                <a:solidFill>
                  <a:srgbClr val="A74038"/>
                </a:solidFill>
                <a:latin typeface="Arial"/>
                <a:ea typeface="Arial"/>
                <a:cs typeface="Arial"/>
              </a:defRPr>
            </a:lvl2pPr>
            <a:lvl3pPr algn="ctr">
              <a:buNone/>
              <a:defRPr sz="1650" b="0">
                <a:solidFill>
                  <a:srgbClr val="A74038"/>
                </a:solidFill>
                <a:latin typeface="Arial"/>
                <a:ea typeface="Arial"/>
                <a:cs typeface="Arial"/>
              </a:defRPr>
            </a:lvl3pPr>
            <a:lvl4pPr algn="ctr">
              <a:buNone/>
              <a:defRPr sz="1650" b="0">
                <a:solidFill>
                  <a:srgbClr val="A74038"/>
                </a:solidFill>
                <a:latin typeface="Arial"/>
                <a:ea typeface="Arial"/>
                <a:cs typeface="Arial"/>
              </a:defRPr>
            </a:lvl4pPr>
            <a:lvl5pPr algn="ctr">
              <a:buNone/>
              <a:defRPr sz="1650" b="0">
                <a:solidFill>
                  <a:srgbClr val="A74038"/>
                </a:solidFill>
                <a:latin typeface="Arial"/>
                <a:ea typeface="Arial"/>
                <a:cs typeface="Arial"/>
              </a:defRPr>
            </a:lvl5pPr>
            <a:lvl6pPr algn="ctr">
              <a:buNone/>
              <a:defRPr sz="1650" b="0">
                <a:solidFill>
                  <a:srgbClr val="A74038"/>
                </a:solidFill>
                <a:latin typeface="Arial"/>
                <a:ea typeface="Arial"/>
                <a:cs typeface="Arial"/>
              </a:defRPr>
            </a:lvl6pPr>
            <a:lvl7pPr algn="ctr">
              <a:buNone/>
              <a:defRPr sz="1650" b="0">
                <a:solidFill>
                  <a:srgbClr val="A74038"/>
                </a:solidFill>
                <a:latin typeface="Arial"/>
                <a:ea typeface="Arial"/>
                <a:cs typeface="Arial"/>
              </a:defRPr>
            </a:lvl7pPr>
            <a:lvl8pPr algn="ctr">
              <a:buNone/>
              <a:defRPr sz="1650" b="0">
                <a:solidFill>
                  <a:srgbClr val="A74038"/>
                </a:solidFill>
                <a:latin typeface="Arial"/>
                <a:ea typeface="Arial"/>
                <a:cs typeface="Arial"/>
              </a:defRPr>
            </a:lvl8pPr>
            <a:lvl9pPr algn="ctr">
              <a:buNone/>
              <a:defRPr sz="1650" b="0">
                <a:solidFill>
                  <a:srgbClr val="A74038"/>
                </a:solidFill>
                <a:latin typeface="Arial"/>
                <a:ea typeface="Arial"/>
                <a:cs typeface="Arial"/>
              </a:defRPr>
            </a:lvl9pPr>
          </a:lstStyle>
          <a:p>
            <a:pPr algn="ctr">
              <a:buNone/>
              <a:defRPr sz="1650" b="0">
                <a:solidFill>
                  <a:srgbClr val="A74038"/>
                </a:solidFill>
                <a:latin typeface="Arial"/>
                <a:ea typeface="Arial"/>
                <a:cs typeface="Arial"/>
              </a:defRPr>
            </a:pPr>
            <a:r>
              <a:rPr sz="1650" b="0">
                <a:solidFill>
                  <a:srgbClr val="A74038"/>
                </a:solidFill>
                <a:latin typeface="Arial"/>
                <a:ea typeface="Arial"/>
                <a:cs typeface="Arial"/>
              </a:rPr>
              <a:t>CRC or format fails: discard one bit, then search again</a:t>
            </a:r>
          </a:p>
        </p:txBody>
      </p:sp>
      <p:cxnSp>
        <p:nvCxnSpPr>
          <p:cNvPr id="58" name="Connector 178"/>
          <p:cNvCxnSpPr/>
          <p:nvPr/>
        </p:nvCxnSpPr>
        <p:spPr>
          <a:xfrm flipH="1">
            <a:off x="6096000" y="4895850"/>
            <a:ext cx="3124200" cy="0"/>
          </a:xfrm>
          <a:prstGeom prst="straightConnector1">
            <a:avLst/>
          </a:prstGeom>
          <a:ln w="19050">
            <a:solidFill>
              <a:srgbClr val="28764F"/>
            </a:solidFill>
            <a:prstDash val="solid"/>
            <a:tailEnd type="none" w="med" len="med"/>
          </a:ln>
        </p:spPr>
      </p:cxnSp>
      <p:cxnSp>
        <p:nvCxnSpPr>
          <p:cNvPr id="59" name="Connector 179"/>
          <p:cNvCxnSpPr/>
          <p:nvPr/>
        </p:nvCxnSpPr>
        <p:spPr>
          <a:xfrm flipV="1">
            <a:off x="6096000" y="3086100"/>
            <a:ext cx="0" cy="1809750"/>
          </a:xfrm>
          <a:prstGeom prst="straightConnector1">
            <a:avLst/>
          </a:prstGeom>
          <a:ln w="19050">
            <a:solidFill>
              <a:srgbClr val="28764F"/>
            </a:solidFill>
            <a:prstDash val="solid"/>
            <a:tailEnd type="triangle" w="med" len="med"/>
          </a:ln>
        </p:spPr>
      </p:cxnSp>
      <p:sp>
        <p:nvSpPr>
          <p:cNvPr id="28" name="Text 180">
            <a:extLst>
              <a:ext uri="{FF2B5EF4-FFF2-40B4-BE49-F238E27FC236}">
                <a16:creationId xmlns:a16="http://schemas.microsoft.com/office/drawing/2014/main" id="{1E8D0F26-25F4-4447-A9C4-C417BB7AF076}"/>
              </a:ext>
            </a:extLst>
          </p:cNvPr>
          <p:cNvSpPr>
            <a:spLocks noGrp="1"/>
          </p:cNvSpPr>
          <p:nvPr/>
        </p:nvSpPr>
        <p:spPr>
          <a:xfrm>
            <a:off x="6343650" y="4438650"/>
            <a:ext cx="2619375" cy="295275"/>
          </a:xfrm>
          <a:prstGeom prst="rect">
            <a:avLst/>
          </a:prstGeom>
          <a:noFill/>
          <a:ln w="0">
            <a:noFill/>
          </a:ln>
        </p:spPr>
        <p:txBody>
          <a:bodyPr wrap="square" lIns="0" tIns="0" rIns="0" bIns="0" anchor="t">
            <a:noAutofit/>
          </a:bodyPr>
          <a:lstStyle>
            <a:lvl1pPr algn="l">
              <a:buNone/>
              <a:defRPr sz="1500" b="0">
                <a:solidFill>
                  <a:srgbClr val="28764F"/>
                </a:solidFill>
                <a:latin typeface="Arial"/>
                <a:ea typeface="Arial"/>
                <a:cs typeface="Arial"/>
              </a:defRPr>
            </a:lvl1pPr>
            <a:lvl2pPr algn="l">
              <a:buNone/>
              <a:defRPr sz="1500" b="0">
                <a:solidFill>
                  <a:srgbClr val="28764F"/>
                </a:solidFill>
                <a:latin typeface="Arial"/>
                <a:ea typeface="Arial"/>
                <a:cs typeface="Arial"/>
              </a:defRPr>
            </a:lvl2pPr>
            <a:lvl3pPr algn="l">
              <a:buNone/>
              <a:defRPr sz="1500" b="0">
                <a:solidFill>
                  <a:srgbClr val="28764F"/>
                </a:solidFill>
                <a:latin typeface="Arial"/>
                <a:ea typeface="Arial"/>
                <a:cs typeface="Arial"/>
              </a:defRPr>
            </a:lvl3pPr>
            <a:lvl4pPr algn="l">
              <a:buNone/>
              <a:defRPr sz="1500" b="0">
                <a:solidFill>
                  <a:srgbClr val="28764F"/>
                </a:solidFill>
                <a:latin typeface="Arial"/>
                <a:ea typeface="Arial"/>
                <a:cs typeface="Arial"/>
              </a:defRPr>
            </a:lvl4pPr>
            <a:lvl5pPr algn="l">
              <a:buNone/>
              <a:defRPr sz="1500" b="0">
                <a:solidFill>
                  <a:srgbClr val="28764F"/>
                </a:solidFill>
                <a:latin typeface="Arial"/>
                <a:ea typeface="Arial"/>
                <a:cs typeface="Arial"/>
              </a:defRPr>
            </a:lvl5pPr>
            <a:lvl6pPr algn="l">
              <a:buNone/>
              <a:defRPr sz="1500" b="0">
                <a:solidFill>
                  <a:srgbClr val="28764F"/>
                </a:solidFill>
                <a:latin typeface="Arial"/>
                <a:ea typeface="Arial"/>
                <a:cs typeface="Arial"/>
              </a:defRPr>
            </a:lvl6pPr>
            <a:lvl7pPr algn="l">
              <a:buNone/>
              <a:defRPr sz="1500" b="0">
                <a:solidFill>
                  <a:srgbClr val="28764F"/>
                </a:solidFill>
                <a:latin typeface="Arial"/>
                <a:ea typeface="Arial"/>
                <a:cs typeface="Arial"/>
              </a:defRPr>
            </a:lvl7pPr>
            <a:lvl8pPr algn="l">
              <a:buNone/>
              <a:defRPr sz="1500" b="0">
                <a:solidFill>
                  <a:srgbClr val="28764F"/>
                </a:solidFill>
                <a:latin typeface="Arial"/>
                <a:ea typeface="Arial"/>
                <a:cs typeface="Arial"/>
              </a:defRPr>
            </a:lvl8pPr>
            <a:lvl9pPr algn="l">
              <a:buNone/>
              <a:defRPr sz="1500" b="0">
                <a:solidFill>
                  <a:srgbClr val="28764F"/>
                </a:solidFill>
                <a:latin typeface="Arial"/>
                <a:ea typeface="Arial"/>
                <a:cs typeface="Arial"/>
              </a:defRPr>
            </a:lvl9pPr>
          </a:lstStyle>
          <a:p>
            <a:pPr algn="l">
              <a:buNone/>
              <a:defRPr sz="1500" b="0">
                <a:solidFill>
                  <a:srgbClr val="28764F"/>
                </a:solidFill>
                <a:latin typeface="Arial"/>
                <a:ea typeface="Arial"/>
                <a:cs typeface="Arial"/>
              </a:defRPr>
            </a:pPr>
            <a:r>
              <a:rPr sz="1500" b="0">
                <a:solidFill>
                  <a:srgbClr val="28764F"/>
                </a:solidFill>
                <a:latin typeface="Arial"/>
                <a:ea typeface="Arial"/>
                <a:cs typeface="Arial"/>
              </a:rPr>
              <a:t>Next ASM already at head</a:t>
            </a:r>
          </a:p>
        </p:txBody>
      </p:sp>
      <p:cxnSp>
        <p:nvCxnSpPr>
          <p:cNvPr id="61" name="Connector 181"/>
          <p:cNvCxnSpPr/>
          <p:nvPr/>
        </p:nvCxnSpPr>
        <p:spPr>
          <a:xfrm>
            <a:off x="10267950" y="5314950"/>
            <a:ext cx="0" cy="609600"/>
          </a:xfrm>
          <a:prstGeom prst="straightConnector1">
            <a:avLst/>
          </a:prstGeom>
          <a:ln w="19050">
            <a:solidFill>
              <a:srgbClr val="166D73"/>
            </a:solidFill>
            <a:prstDash val="solid"/>
            <a:tailEnd type="none" w="med" len="med"/>
          </a:ln>
        </p:spPr>
      </p:cxnSp>
      <p:cxnSp>
        <p:nvCxnSpPr>
          <p:cNvPr id="62" name="Connector 182"/>
          <p:cNvCxnSpPr/>
          <p:nvPr/>
        </p:nvCxnSpPr>
        <p:spPr>
          <a:xfrm flipH="1">
            <a:off x="1924050" y="5924550"/>
            <a:ext cx="8343900" cy="0"/>
          </a:xfrm>
          <a:prstGeom prst="straightConnector1">
            <a:avLst/>
          </a:prstGeom>
          <a:ln w="19050">
            <a:solidFill>
              <a:srgbClr val="166D73"/>
            </a:solidFill>
            <a:prstDash val="solid"/>
            <a:tailEnd type="none" w="med" len="med"/>
          </a:ln>
        </p:spPr>
      </p:cxnSp>
      <p:cxnSp>
        <p:nvCxnSpPr>
          <p:cNvPr id="63" name="Connector 183"/>
          <p:cNvCxnSpPr/>
          <p:nvPr/>
        </p:nvCxnSpPr>
        <p:spPr>
          <a:xfrm flipV="1">
            <a:off x="1924050" y="3086100"/>
            <a:ext cx="0" cy="2838450"/>
          </a:xfrm>
          <a:prstGeom prst="straightConnector1">
            <a:avLst/>
          </a:prstGeom>
          <a:ln w="19050">
            <a:solidFill>
              <a:srgbClr val="166D73"/>
            </a:solidFill>
            <a:prstDash val="solid"/>
            <a:tailEnd type="triangle" w="med" len="med"/>
          </a:ln>
        </p:spPr>
      </p:cxnSp>
      <p:sp>
        <p:nvSpPr>
          <p:cNvPr id="32" name="Text 184">
            <a:extLst>
              <a:ext uri="{FF2B5EF4-FFF2-40B4-BE49-F238E27FC236}">
                <a16:creationId xmlns:a16="http://schemas.microsoft.com/office/drawing/2014/main" id="{7009714A-F519-4EC9-961D-D126CD01356D}"/>
              </a:ext>
            </a:extLst>
          </p:cNvPr>
          <p:cNvSpPr>
            <a:spLocks noGrp="1"/>
          </p:cNvSpPr>
          <p:nvPr/>
        </p:nvSpPr>
        <p:spPr>
          <a:xfrm>
            <a:off x="3114675" y="5543550"/>
            <a:ext cx="6515100" cy="285750"/>
          </a:xfrm>
          <a:prstGeom prst="rect">
            <a:avLst/>
          </a:prstGeom>
          <a:noFill/>
          <a:ln w="0">
            <a:noFill/>
          </a:ln>
        </p:spPr>
        <p:txBody>
          <a:bodyPr wrap="square" lIns="0" tIns="0" rIns="0" bIns="0" anchor="t">
            <a:noAutofit/>
          </a:bodyPr>
          <a:lstStyle>
            <a:lvl1pPr algn="ctr">
              <a:buNone/>
              <a:defRPr sz="1575" b="0">
                <a:solidFill>
                  <a:srgbClr val="166D73"/>
                </a:solidFill>
                <a:latin typeface="Arial"/>
                <a:ea typeface="Arial"/>
                <a:cs typeface="Arial"/>
              </a:defRPr>
            </a:lvl1pPr>
            <a:lvl2pPr algn="ctr">
              <a:buNone/>
              <a:defRPr sz="1575" b="0">
                <a:solidFill>
                  <a:srgbClr val="166D73"/>
                </a:solidFill>
                <a:latin typeface="Arial"/>
                <a:ea typeface="Arial"/>
                <a:cs typeface="Arial"/>
              </a:defRPr>
            </a:lvl2pPr>
            <a:lvl3pPr algn="ctr">
              <a:buNone/>
              <a:defRPr sz="1575" b="0">
                <a:solidFill>
                  <a:srgbClr val="166D73"/>
                </a:solidFill>
                <a:latin typeface="Arial"/>
                <a:ea typeface="Arial"/>
                <a:cs typeface="Arial"/>
              </a:defRPr>
            </a:lvl3pPr>
            <a:lvl4pPr algn="ctr">
              <a:buNone/>
              <a:defRPr sz="1575" b="0">
                <a:solidFill>
                  <a:srgbClr val="166D73"/>
                </a:solidFill>
                <a:latin typeface="Arial"/>
                <a:ea typeface="Arial"/>
                <a:cs typeface="Arial"/>
              </a:defRPr>
            </a:lvl4pPr>
            <a:lvl5pPr algn="ctr">
              <a:buNone/>
              <a:defRPr sz="1575" b="0">
                <a:solidFill>
                  <a:srgbClr val="166D73"/>
                </a:solidFill>
                <a:latin typeface="Arial"/>
                <a:ea typeface="Arial"/>
                <a:cs typeface="Arial"/>
              </a:defRPr>
            </a:lvl5pPr>
            <a:lvl6pPr algn="ctr">
              <a:buNone/>
              <a:defRPr sz="1575" b="0">
                <a:solidFill>
                  <a:srgbClr val="166D73"/>
                </a:solidFill>
                <a:latin typeface="Arial"/>
                <a:ea typeface="Arial"/>
                <a:cs typeface="Arial"/>
              </a:defRPr>
            </a:lvl6pPr>
            <a:lvl7pPr algn="ctr">
              <a:buNone/>
              <a:defRPr sz="1575" b="0">
                <a:solidFill>
                  <a:srgbClr val="166D73"/>
                </a:solidFill>
                <a:latin typeface="Arial"/>
                <a:ea typeface="Arial"/>
                <a:cs typeface="Arial"/>
              </a:defRPr>
            </a:lvl7pPr>
            <a:lvl8pPr algn="ctr">
              <a:buNone/>
              <a:defRPr sz="1575" b="0">
                <a:solidFill>
                  <a:srgbClr val="166D73"/>
                </a:solidFill>
                <a:latin typeface="Arial"/>
                <a:ea typeface="Arial"/>
                <a:cs typeface="Arial"/>
              </a:defRPr>
            </a:lvl8pPr>
            <a:lvl9pPr algn="ctr">
              <a:buNone/>
              <a:defRPr sz="1575" b="0">
                <a:solidFill>
                  <a:srgbClr val="166D73"/>
                </a:solidFill>
                <a:latin typeface="Arial"/>
                <a:ea typeface="Arial"/>
                <a:cs typeface="Arial"/>
              </a:defRPr>
            </a:lvl9pPr>
          </a:lstStyle>
          <a:p>
            <a:pPr algn="ctr">
              <a:buNone/>
              <a:defRPr sz="1575" b="0">
                <a:solidFill>
                  <a:srgbClr val="166D73"/>
                </a:solidFill>
                <a:latin typeface="Arial"/>
                <a:ea typeface="Arial"/>
                <a:cs typeface="Arial"/>
              </a:defRPr>
            </a:pPr>
            <a:r>
              <a:rPr sz="1575" b="0">
                <a:solidFill>
                  <a:srgbClr val="166D73"/>
                </a:solidFill>
                <a:latin typeface="Arial"/>
                <a:ea typeface="Arial"/>
                <a:cs typeface="Arial"/>
              </a:rPr>
              <a:t>No complete next marker at head: return to HUNT</a:t>
            </a:r>
          </a:p>
        </p:txBody>
      </p:sp>
    </p:spTree>
    <p:extLst>
      <p:ext uri="{BB962C8B-B14F-4D97-AF65-F5344CB8AC3E}">
        <p14:creationId xmlns:p14="http://schemas.microsoft.com/office/powerpoint/2010/main" val="1786507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9B947412-2CC0-4E88-B9E2-3D2E95158357}"/>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Marker alignment inside a byte</a:t>
            </a:r>
          </a:p>
        </p:txBody>
      </p:sp>
      <p:sp>
        <p:nvSpPr>
          <p:cNvPr id="3" name="Text 186">
            <a:extLst>
              <a:ext uri="{FF2B5EF4-FFF2-40B4-BE49-F238E27FC236}">
                <a16:creationId xmlns:a16="http://schemas.microsoft.com/office/drawing/2014/main" id="{5F2CD00C-A3C1-4570-9864-323CA01F6101}"/>
              </a:ext>
            </a:extLst>
          </p:cNvPr>
          <p:cNvSpPr>
            <a:spLocks noGrp="1"/>
          </p:cNvSpPr>
          <p:nvPr/>
        </p:nvSpPr>
        <p:spPr>
          <a:xfrm>
            <a:off x="11029950" y="6496050"/>
            <a:ext cx="476250" cy="190500"/>
          </a:xfrm>
          <a:prstGeom prst="rect">
            <a:avLst/>
          </a:prstGeom>
          <a:noFill/>
          <a:ln w="0">
            <a:noFill/>
          </a:ln>
        </p:spPr>
        <p:txBody>
          <a:bodyPr wrap="square" lIns="0" tIns="0" rIns="0" bIns="0" anchor="t">
            <a:noAutofit/>
          </a:bodyPr>
          <a:lstStyle>
            <a:lvl1pPr algn="r">
              <a:buNone/>
              <a:defRPr sz="1125" b="0">
                <a:solidFill>
                  <a:srgbClr val="5B6878"/>
                </a:solidFill>
                <a:latin typeface="Arial"/>
                <a:ea typeface="Arial"/>
                <a:cs typeface="Arial"/>
              </a:defRPr>
            </a:lvl1pPr>
            <a:lvl2pPr algn="r">
              <a:buNone/>
              <a:defRPr sz="1125" b="0">
                <a:solidFill>
                  <a:srgbClr val="5B6878"/>
                </a:solidFill>
                <a:latin typeface="Arial"/>
                <a:ea typeface="Arial"/>
                <a:cs typeface="Arial"/>
              </a:defRPr>
            </a:lvl2pPr>
            <a:lvl3pPr algn="r">
              <a:buNone/>
              <a:defRPr sz="1125" b="0">
                <a:solidFill>
                  <a:srgbClr val="5B6878"/>
                </a:solidFill>
                <a:latin typeface="Arial"/>
                <a:ea typeface="Arial"/>
                <a:cs typeface="Arial"/>
              </a:defRPr>
            </a:lvl3pPr>
            <a:lvl4pPr algn="r">
              <a:buNone/>
              <a:defRPr sz="1125" b="0">
                <a:solidFill>
                  <a:srgbClr val="5B6878"/>
                </a:solidFill>
                <a:latin typeface="Arial"/>
                <a:ea typeface="Arial"/>
                <a:cs typeface="Arial"/>
              </a:defRPr>
            </a:lvl4pPr>
            <a:lvl5pPr algn="r">
              <a:buNone/>
              <a:defRPr sz="1125" b="0">
                <a:solidFill>
                  <a:srgbClr val="5B6878"/>
                </a:solidFill>
                <a:latin typeface="Arial"/>
                <a:ea typeface="Arial"/>
                <a:cs typeface="Arial"/>
              </a:defRPr>
            </a:lvl5pPr>
            <a:lvl6pPr algn="r">
              <a:buNone/>
              <a:defRPr sz="1125" b="0">
                <a:solidFill>
                  <a:srgbClr val="5B6878"/>
                </a:solidFill>
                <a:latin typeface="Arial"/>
                <a:ea typeface="Arial"/>
                <a:cs typeface="Arial"/>
              </a:defRPr>
            </a:lvl6pPr>
            <a:lvl7pPr algn="r">
              <a:buNone/>
              <a:defRPr sz="1125" b="0">
                <a:solidFill>
                  <a:srgbClr val="5B6878"/>
                </a:solidFill>
                <a:latin typeface="Arial"/>
                <a:ea typeface="Arial"/>
                <a:cs typeface="Arial"/>
              </a:defRPr>
            </a:lvl7pPr>
            <a:lvl8pPr algn="r">
              <a:buNone/>
              <a:defRPr sz="1125" b="0">
                <a:solidFill>
                  <a:srgbClr val="5B6878"/>
                </a:solidFill>
                <a:latin typeface="Arial"/>
                <a:ea typeface="Arial"/>
                <a:cs typeface="Arial"/>
              </a:defRPr>
            </a:lvl8pPr>
            <a:lvl9pPr algn="r">
              <a:buNone/>
              <a:defRPr sz="1125" b="0">
                <a:solidFill>
                  <a:srgbClr val="5B6878"/>
                </a:solidFill>
                <a:latin typeface="Arial"/>
                <a:ea typeface="Arial"/>
                <a:cs typeface="Arial"/>
              </a:defRPr>
            </a:lvl9pPr>
          </a:lstStyle>
          <a:p>
            <a:pPr algn="r">
              <a:buNone/>
              <a:defRPr sz="1125" b="0">
                <a:solidFill>
                  <a:srgbClr val="5B6878"/>
                </a:solidFill>
                <a:latin typeface="Arial"/>
                <a:ea typeface="Arial"/>
                <a:cs typeface="Arial"/>
              </a:defRPr>
            </a:pPr>
            <a:r>
              <a:rPr sz="1125" b="0">
                <a:solidFill>
                  <a:srgbClr val="5B6878"/>
                </a:solidFill>
                <a:latin typeface="Arial"/>
                <a:ea typeface="Arial"/>
                <a:cs typeface="Arial"/>
              </a:rPr>
              <a:t>08</a:t>
            </a:r>
          </a:p>
        </p:txBody>
      </p:sp>
      <p:sp>
        <p:nvSpPr>
          <p:cNvPr id="4" name="Text 187">
            <a:extLst>
              <a:ext uri="{FF2B5EF4-FFF2-40B4-BE49-F238E27FC236}">
                <a16:creationId xmlns:a16="http://schemas.microsoft.com/office/drawing/2014/main" id="{0678E1D8-D860-44F9-97DB-48B11DC543C7}"/>
              </a:ext>
            </a:extLst>
          </p:cNvPr>
          <p:cNvSpPr>
            <a:spLocks noGrp="1"/>
          </p:cNvSpPr>
          <p:nvPr/>
        </p:nvSpPr>
        <p:spPr>
          <a:xfrm>
            <a:off x="685800" y="1323975"/>
            <a:ext cx="10820400" cy="400050"/>
          </a:xfrm>
          <a:prstGeom prst="rect">
            <a:avLst/>
          </a:prstGeom>
          <a:noFill/>
          <a:ln w="0">
            <a:noFill/>
          </a:ln>
        </p:spPr>
        <p:txBody>
          <a:bodyPr wrap="square" lIns="0" tIns="0" rIns="0" bIns="0" anchor="t">
            <a:noAutofit/>
          </a:bodyPr>
          <a:lstStyle>
            <a:lvl1pPr algn="l">
              <a:buNone/>
              <a:defRPr sz="2100" b="1">
                <a:solidFill>
                  <a:srgbClr val="20334A"/>
                </a:solidFill>
                <a:latin typeface="Arial"/>
                <a:ea typeface="Arial"/>
                <a:cs typeface="Arial"/>
              </a:defRPr>
            </a:lvl1pPr>
            <a:lvl2pPr algn="l">
              <a:buNone/>
              <a:defRPr sz="2100" b="1">
                <a:solidFill>
                  <a:srgbClr val="20334A"/>
                </a:solidFill>
                <a:latin typeface="Arial"/>
                <a:ea typeface="Arial"/>
                <a:cs typeface="Arial"/>
              </a:defRPr>
            </a:lvl2pPr>
            <a:lvl3pPr algn="l">
              <a:buNone/>
              <a:defRPr sz="2100" b="1">
                <a:solidFill>
                  <a:srgbClr val="20334A"/>
                </a:solidFill>
                <a:latin typeface="Arial"/>
                <a:ea typeface="Arial"/>
                <a:cs typeface="Arial"/>
              </a:defRPr>
            </a:lvl3pPr>
            <a:lvl4pPr algn="l">
              <a:buNone/>
              <a:defRPr sz="2100" b="1">
                <a:solidFill>
                  <a:srgbClr val="20334A"/>
                </a:solidFill>
                <a:latin typeface="Arial"/>
                <a:ea typeface="Arial"/>
                <a:cs typeface="Arial"/>
              </a:defRPr>
            </a:lvl4pPr>
            <a:lvl5pPr algn="l">
              <a:buNone/>
              <a:defRPr sz="2100" b="1">
                <a:solidFill>
                  <a:srgbClr val="20334A"/>
                </a:solidFill>
                <a:latin typeface="Arial"/>
                <a:ea typeface="Arial"/>
                <a:cs typeface="Arial"/>
              </a:defRPr>
            </a:lvl5pPr>
            <a:lvl6pPr algn="l">
              <a:buNone/>
              <a:defRPr sz="2100" b="1">
                <a:solidFill>
                  <a:srgbClr val="20334A"/>
                </a:solidFill>
                <a:latin typeface="Arial"/>
                <a:ea typeface="Arial"/>
                <a:cs typeface="Arial"/>
              </a:defRPr>
            </a:lvl6pPr>
            <a:lvl7pPr algn="l">
              <a:buNone/>
              <a:defRPr sz="2100" b="1">
                <a:solidFill>
                  <a:srgbClr val="20334A"/>
                </a:solidFill>
                <a:latin typeface="Arial"/>
                <a:ea typeface="Arial"/>
                <a:cs typeface="Arial"/>
              </a:defRPr>
            </a:lvl7pPr>
            <a:lvl8pPr algn="l">
              <a:buNone/>
              <a:defRPr sz="2100" b="1">
                <a:solidFill>
                  <a:srgbClr val="20334A"/>
                </a:solidFill>
                <a:latin typeface="Arial"/>
                <a:ea typeface="Arial"/>
                <a:cs typeface="Arial"/>
              </a:defRPr>
            </a:lvl8pPr>
            <a:lvl9pPr algn="l">
              <a:buNone/>
              <a:defRPr sz="2100" b="1">
                <a:solidFill>
                  <a:srgbClr val="20334A"/>
                </a:solidFill>
                <a:latin typeface="Arial"/>
                <a:ea typeface="Arial"/>
                <a:cs typeface="Arial"/>
              </a:defRPr>
            </a:lvl9pPr>
          </a:lstStyle>
          <a:p>
            <a:pPr algn="l">
              <a:buNone/>
              <a:defRPr sz="2100" b="1">
                <a:solidFill>
                  <a:srgbClr val="20334A"/>
                </a:solidFill>
                <a:latin typeface="Arial"/>
                <a:ea typeface="Arial"/>
                <a:cs typeface="Arial"/>
              </a:defRPr>
            </a:pPr>
            <a:r>
              <a:rPr sz="2100" b="1">
                <a:solidFill>
                  <a:srgbClr val="20334A"/>
                </a:solidFill>
                <a:latin typeface="Arial"/>
                <a:ea typeface="Arial"/>
                <a:cs typeface="Arial"/>
              </a:rPr>
              <a:t>Alignment is the marker start position modulo 8</a:t>
            </a:r>
          </a:p>
        </p:txBody>
      </p:sp>
      <p:sp>
        <p:nvSpPr>
          <p:cNvPr id="5" name="Text 188">
            <a:extLst>
              <a:ext uri="{FF2B5EF4-FFF2-40B4-BE49-F238E27FC236}">
                <a16:creationId xmlns:a16="http://schemas.microsoft.com/office/drawing/2014/main" id="{A962E119-6D78-459A-BA0C-BC379A55A6B2}"/>
              </a:ext>
            </a:extLst>
          </p:cNvPr>
          <p:cNvSpPr>
            <a:spLocks noGrp="1"/>
          </p:cNvSpPr>
          <p:nvPr/>
        </p:nvSpPr>
        <p:spPr>
          <a:xfrm>
            <a:off x="685800" y="2057400"/>
            <a:ext cx="5029200" cy="323850"/>
          </a:xfrm>
          <a:prstGeom prst="rect">
            <a:avLst/>
          </a:prstGeom>
          <a:noFill/>
          <a:ln w="0">
            <a:noFill/>
          </a:ln>
        </p:spPr>
        <p:txBody>
          <a:bodyPr wrap="square" lIns="0" tIns="0" rIns="0" bIns="0" anchor="t">
            <a:noAutofit/>
          </a:bodyPr>
          <a:lstStyle>
            <a:lvl1pPr algn="l">
              <a:buNone/>
              <a:defRPr sz="1875" b="1">
                <a:solidFill>
                  <a:srgbClr val="166D73"/>
                </a:solidFill>
                <a:latin typeface="Arial"/>
                <a:ea typeface="Arial"/>
                <a:cs typeface="Arial"/>
              </a:defRPr>
            </a:lvl1pPr>
            <a:lvl2pPr algn="l">
              <a:buNone/>
              <a:defRPr sz="1875" b="1">
                <a:solidFill>
                  <a:srgbClr val="166D73"/>
                </a:solidFill>
                <a:latin typeface="Arial"/>
                <a:ea typeface="Arial"/>
                <a:cs typeface="Arial"/>
              </a:defRPr>
            </a:lvl2pPr>
            <a:lvl3pPr algn="l">
              <a:buNone/>
              <a:defRPr sz="1875" b="1">
                <a:solidFill>
                  <a:srgbClr val="166D73"/>
                </a:solidFill>
                <a:latin typeface="Arial"/>
                <a:ea typeface="Arial"/>
                <a:cs typeface="Arial"/>
              </a:defRPr>
            </a:lvl3pPr>
            <a:lvl4pPr algn="l">
              <a:buNone/>
              <a:defRPr sz="1875" b="1">
                <a:solidFill>
                  <a:srgbClr val="166D73"/>
                </a:solidFill>
                <a:latin typeface="Arial"/>
                <a:ea typeface="Arial"/>
                <a:cs typeface="Arial"/>
              </a:defRPr>
            </a:lvl4pPr>
            <a:lvl5pPr algn="l">
              <a:buNone/>
              <a:defRPr sz="1875" b="1">
                <a:solidFill>
                  <a:srgbClr val="166D73"/>
                </a:solidFill>
                <a:latin typeface="Arial"/>
                <a:ea typeface="Arial"/>
                <a:cs typeface="Arial"/>
              </a:defRPr>
            </a:lvl5pPr>
            <a:lvl6pPr algn="l">
              <a:buNone/>
              <a:defRPr sz="1875" b="1">
                <a:solidFill>
                  <a:srgbClr val="166D73"/>
                </a:solidFill>
                <a:latin typeface="Arial"/>
                <a:ea typeface="Arial"/>
                <a:cs typeface="Arial"/>
              </a:defRPr>
            </a:lvl6pPr>
            <a:lvl7pPr algn="l">
              <a:buNone/>
              <a:defRPr sz="1875" b="1">
                <a:solidFill>
                  <a:srgbClr val="166D73"/>
                </a:solidFill>
                <a:latin typeface="Arial"/>
                <a:ea typeface="Arial"/>
                <a:cs typeface="Arial"/>
              </a:defRPr>
            </a:lvl7pPr>
            <a:lvl8pPr algn="l">
              <a:buNone/>
              <a:defRPr sz="1875" b="1">
                <a:solidFill>
                  <a:srgbClr val="166D73"/>
                </a:solidFill>
                <a:latin typeface="Arial"/>
                <a:ea typeface="Arial"/>
                <a:cs typeface="Arial"/>
              </a:defRPr>
            </a:lvl8pPr>
            <a:lvl9pPr algn="l">
              <a:buNone/>
              <a:defRPr sz="1875" b="1">
                <a:solidFill>
                  <a:srgbClr val="166D73"/>
                </a:solidFill>
                <a:latin typeface="Arial"/>
                <a:ea typeface="Arial"/>
                <a:cs typeface="Arial"/>
              </a:defRPr>
            </a:lvl9pPr>
          </a:lstStyle>
          <a:p>
            <a:pPr algn="l">
              <a:buNone/>
              <a:defRPr sz="1875" b="1">
                <a:solidFill>
                  <a:srgbClr val="166D73"/>
                </a:solidFill>
                <a:latin typeface="Arial"/>
                <a:ea typeface="Arial"/>
                <a:cs typeface="Arial"/>
              </a:defRPr>
            </a:pPr>
            <a:r>
              <a:rPr sz="1875" b="1">
                <a:solidFill>
                  <a:srgbClr val="166D73"/>
                </a:solidFill>
                <a:latin typeface="Arial"/>
                <a:ea typeface="Arial"/>
                <a:cs typeface="Arial"/>
              </a:rPr>
              <a:t>Byte boundary: alignment 0</a:t>
            </a:r>
          </a:p>
        </p:txBody>
      </p:sp>
      <p:sp>
        <p:nvSpPr>
          <p:cNvPr id="6" name="Text 189">
            <a:extLst>
              <a:ext uri="{FF2B5EF4-FFF2-40B4-BE49-F238E27FC236}">
                <a16:creationId xmlns:a16="http://schemas.microsoft.com/office/drawing/2014/main" id="{E6445141-4AFE-4B8C-AC39-F5DFCD93F212}"/>
              </a:ext>
            </a:extLst>
          </p:cNvPr>
          <p:cNvSpPr>
            <a:spLocks noGrp="1"/>
          </p:cNvSpPr>
          <p:nvPr/>
        </p:nvSpPr>
        <p:spPr>
          <a:xfrm>
            <a:off x="6477000" y="2057400"/>
            <a:ext cx="5029200" cy="323850"/>
          </a:xfrm>
          <a:prstGeom prst="rect">
            <a:avLst/>
          </a:prstGeom>
          <a:noFill/>
          <a:ln w="0">
            <a:noFill/>
          </a:ln>
        </p:spPr>
        <p:txBody>
          <a:bodyPr wrap="square" lIns="0" tIns="0" rIns="0" bIns="0" anchor="t">
            <a:noAutofit/>
          </a:bodyPr>
          <a:lstStyle>
            <a:lvl1pPr algn="l">
              <a:buNone/>
              <a:defRPr sz="1875" b="1">
                <a:solidFill>
                  <a:srgbClr val="166D73"/>
                </a:solidFill>
                <a:latin typeface="Arial"/>
                <a:ea typeface="Arial"/>
                <a:cs typeface="Arial"/>
              </a:defRPr>
            </a:lvl1pPr>
            <a:lvl2pPr algn="l">
              <a:buNone/>
              <a:defRPr sz="1875" b="1">
                <a:solidFill>
                  <a:srgbClr val="166D73"/>
                </a:solidFill>
                <a:latin typeface="Arial"/>
                <a:ea typeface="Arial"/>
                <a:cs typeface="Arial"/>
              </a:defRPr>
            </a:lvl2pPr>
            <a:lvl3pPr algn="l">
              <a:buNone/>
              <a:defRPr sz="1875" b="1">
                <a:solidFill>
                  <a:srgbClr val="166D73"/>
                </a:solidFill>
                <a:latin typeface="Arial"/>
                <a:ea typeface="Arial"/>
                <a:cs typeface="Arial"/>
              </a:defRPr>
            </a:lvl3pPr>
            <a:lvl4pPr algn="l">
              <a:buNone/>
              <a:defRPr sz="1875" b="1">
                <a:solidFill>
                  <a:srgbClr val="166D73"/>
                </a:solidFill>
                <a:latin typeface="Arial"/>
                <a:ea typeface="Arial"/>
                <a:cs typeface="Arial"/>
              </a:defRPr>
            </a:lvl4pPr>
            <a:lvl5pPr algn="l">
              <a:buNone/>
              <a:defRPr sz="1875" b="1">
                <a:solidFill>
                  <a:srgbClr val="166D73"/>
                </a:solidFill>
                <a:latin typeface="Arial"/>
                <a:ea typeface="Arial"/>
                <a:cs typeface="Arial"/>
              </a:defRPr>
            </a:lvl5pPr>
            <a:lvl6pPr algn="l">
              <a:buNone/>
              <a:defRPr sz="1875" b="1">
                <a:solidFill>
                  <a:srgbClr val="166D73"/>
                </a:solidFill>
                <a:latin typeface="Arial"/>
                <a:ea typeface="Arial"/>
                <a:cs typeface="Arial"/>
              </a:defRPr>
            </a:lvl6pPr>
            <a:lvl7pPr algn="l">
              <a:buNone/>
              <a:defRPr sz="1875" b="1">
                <a:solidFill>
                  <a:srgbClr val="166D73"/>
                </a:solidFill>
                <a:latin typeface="Arial"/>
                <a:ea typeface="Arial"/>
                <a:cs typeface="Arial"/>
              </a:defRPr>
            </a:lvl7pPr>
            <a:lvl8pPr algn="l">
              <a:buNone/>
              <a:defRPr sz="1875" b="1">
                <a:solidFill>
                  <a:srgbClr val="166D73"/>
                </a:solidFill>
                <a:latin typeface="Arial"/>
                <a:ea typeface="Arial"/>
                <a:cs typeface="Arial"/>
              </a:defRPr>
            </a:lvl8pPr>
            <a:lvl9pPr algn="l">
              <a:buNone/>
              <a:defRPr sz="1875" b="1">
                <a:solidFill>
                  <a:srgbClr val="166D73"/>
                </a:solidFill>
                <a:latin typeface="Arial"/>
                <a:ea typeface="Arial"/>
                <a:cs typeface="Arial"/>
              </a:defRPr>
            </a:lvl9pPr>
          </a:lstStyle>
          <a:p>
            <a:pPr algn="l">
              <a:buNone/>
              <a:defRPr sz="1875" b="1">
                <a:solidFill>
                  <a:srgbClr val="166D73"/>
                </a:solidFill>
                <a:latin typeface="Arial"/>
                <a:ea typeface="Arial"/>
                <a:cs typeface="Arial"/>
              </a:defRPr>
            </a:pPr>
            <a:r>
              <a:rPr sz="1875" b="1">
                <a:solidFill>
                  <a:srgbClr val="166D73"/>
                </a:solidFill>
                <a:latin typeface="Arial"/>
                <a:ea typeface="Arial"/>
                <a:cs typeface="Arial"/>
              </a:rPr>
              <a:t>Last bit of a byte: alignment 7</a:t>
            </a:r>
          </a:p>
        </p:txBody>
      </p:sp>
      <p:sp>
        <p:nvSpPr>
          <p:cNvPr id="7" name="Text 190">
            <a:extLst>
              <a:ext uri="{FF2B5EF4-FFF2-40B4-BE49-F238E27FC236}">
                <a16:creationId xmlns:a16="http://schemas.microsoft.com/office/drawing/2014/main" id="{692690F3-58D7-4E4B-88FB-3CA67FF14139}"/>
              </a:ext>
            </a:extLst>
          </p:cNvPr>
          <p:cNvSpPr>
            <a:spLocks noGrp="1"/>
          </p:cNvSpPr>
          <p:nvPr/>
        </p:nvSpPr>
        <p:spPr>
          <a:xfrm>
            <a:off x="6858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0</a:t>
            </a:r>
          </a:p>
        </p:txBody>
      </p:sp>
      <p:sp>
        <p:nvSpPr>
          <p:cNvPr id="8" name="Diagram 191">
            <a:extLst>
              <a:ext uri="{FF2B5EF4-FFF2-40B4-BE49-F238E27FC236}">
                <a16:creationId xmlns:a16="http://schemas.microsoft.com/office/drawing/2014/main" id="{E4412CAC-FBC7-4A73-9E19-27AA19046171}"/>
              </a:ext>
            </a:extLst>
          </p:cNvPr>
          <p:cNvSpPr>
            <a:spLocks noGrp="1"/>
          </p:cNvSpPr>
          <p:nvPr/>
        </p:nvSpPr>
        <p:spPr>
          <a:xfrm>
            <a:off x="685800" y="3028950"/>
            <a:ext cx="628650" cy="685800"/>
          </a:xfrm>
          <a:prstGeom prst="rect">
            <a:avLst/>
          </a:prstGeom>
          <a:solidFill>
            <a:srgbClr val="EDF4F5"/>
          </a:solidFill>
          <a:ln w="14288">
            <a:solidFill>
              <a:srgbClr val="166D73"/>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pPr algn="ctr">
              <a:buNone/>
              <a:defRPr sz="1500" b="1">
                <a:solidFill>
                  <a:srgbClr val="20334A"/>
                </a:solidFill>
                <a:latin typeface="Arial"/>
                <a:ea typeface="Arial"/>
                <a:cs typeface="Arial"/>
              </a:defRPr>
            </a:pPr>
            <a:r>
              <a:rPr sz="1500" b="1">
                <a:solidFill>
                  <a:srgbClr val="20334A"/>
                </a:solidFill>
                <a:latin typeface="Arial"/>
                <a:ea typeface="Arial"/>
                <a:cs typeface="Arial"/>
              </a:rPr>
              <a:t>Start</a:t>
            </a:r>
          </a:p>
        </p:txBody>
      </p:sp>
      <p:sp>
        <p:nvSpPr>
          <p:cNvPr id="9" name="Text 192">
            <a:extLst>
              <a:ext uri="{FF2B5EF4-FFF2-40B4-BE49-F238E27FC236}">
                <a16:creationId xmlns:a16="http://schemas.microsoft.com/office/drawing/2014/main" id="{3BBBE98E-CCCA-45B1-AF3A-56DCE09C8A16}"/>
              </a:ext>
            </a:extLst>
          </p:cNvPr>
          <p:cNvSpPr>
            <a:spLocks noGrp="1"/>
          </p:cNvSpPr>
          <p:nvPr/>
        </p:nvSpPr>
        <p:spPr>
          <a:xfrm>
            <a:off x="13144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1</a:t>
            </a:r>
          </a:p>
        </p:txBody>
      </p:sp>
      <p:sp>
        <p:nvSpPr>
          <p:cNvPr id="10" name="Diagram 193">
            <a:extLst>
              <a:ext uri="{FF2B5EF4-FFF2-40B4-BE49-F238E27FC236}">
                <a16:creationId xmlns:a16="http://schemas.microsoft.com/office/drawing/2014/main" id="{A0591ED7-A5D0-4727-BFC8-06D0DC76671B}"/>
              </a:ext>
            </a:extLst>
          </p:cNvPr>
          <p:cNvSpPr>
            <a:spLocks noGrp="1"/>
          </p:cNvSpPr>
          <p:nvPr/>
        </p:nvSpPr>
        <p:spPr>
          <a:xfrm>
            <a:off x="131445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11" name="Text 194">
            <a:extLst>
              <a:ext uri="{FF2B5EF4-FFF2-40B4-BE49-F238E27FC236}">
                <a16:creationId xmlns:a16="http://schemas.microsoft.com/office/drawing/2014/main" id="{6830BCFC-BEC1-4FA7-AF4B-E041E299DA7E}"/>
              </a:ext>
            </a:extLst>
          </p:cNvPr>
          <p:cNvSpPr>
            <a:spLocks noGrp="1"/>
          </p:cNvSpPr>
          <p:nvPr/>
        </p:nvSpPr>
        <p:spPr>
          <a:xfrm>
            <a:off x="19431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2</a:t>
            </a:r>
          </a:p>
        </p:txBody>
      </p:sp>
      <p:sp>
        <p:nvSpPr>
          <p:cNvPr id="12" name="Diagram 195">
            <a:extLst>
              <a:ext uri="{FF2B5EF4-FFF2-40B4-BE49-F238E27FC236}">
                <a16:creationId xmlns:a16="http://schemas.microsoft.com/office/drawing/2014/main" id="{7BA60466-FA80-4B8A-8C02-15B66E2D151C}"/>
              </a:ext>
            </a:extLst>
          </p:cNvPr>
          <p:cNvSpPr>
            <a:spLocks noGrp="1"/>
          </p:cNvSpPr>
          <p:nvPr/>
        </p:nvSpPr>
        <p:spPr>
          <a:xfrm>
            <a:off x="194310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13" name="Text 196">
            <a:extLst>
              <a:ext uri="{FF2B5EF4-FFF2-40B4-BE49-F238E27FC236}">
                <a16:creationId xmlns:a16="http://schemas.microsoft.com/office/drawing/2014/main" id="{BD0B4C8C-52AE-4975-84EE-8E9D9071E880}"/>
              </a:ext>
            </a:extLst>
          </p:cNvPr>
          <p:cNvSpPr>
            <a:spLocks noGrp="1"/>
          </p:cNvSpPr>
          <p:nvPr/>
        </p:nvSpPr>
        <p:spPr>
          <a:xfrm>
            <a:off x="25717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3</a:t>
            </a:r>
          </a:p>
        </p:txBody>
      </p:sp>
      <p:sp>
        <p:nvSpPr>
          <p:cNvPr id="14" name="Diagram 197">
            <a:extLst>
              <a:ext uri="{FF2B5EF4-FFF2-40B4-BE49-F238E27FC236}">
                <a16:creationId xmlns:a16="http://schemas.microsoft.com/office/drawing/2014/main" id="{7C1BAFA5-614B-475B-86AB-159C244D1798}"/>
              </a:ext>
            </a:extLst>
          </p:cNvPr>
          <p:cNvSpPr>
            <a:spLocks noGrp="1"/>
          </p:cNvSpPr>
          <p:nvPr/>
        </p:nvSpPr>
        <p:spPr>
          <a:xfrm>
            <a:off x="257175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15" name="Text 198">
            <a:extLst>
              <a:ext uri="{FF2B5EF4-FFF2-40B4-BE49-F238E27FC236}">
                <a16:creationId xmlns:a16="http://schemas.microsoft.com/office/drawing/2014/main" id="{BA471A29-A089-47BA-BD77-4A6CD67B5793}"/>
              </a:ext>
            </a:extLst>
          </p:cNvPr>
          <p:cNvSpPr>
            <a:spLocks noGrp="1"/>
          </p:cNvSpPr>
          <p:nvPr/>
        </p:nvSpPr>
        <p:spPr>
          <a:xfrm>
            <a:off x="32004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4</a:t>
            </a:r>
          </a:p>
        </p:txBody>
      </p:sp>
      <p:sp>
        <p:nvSpPr>
          <p:cNvPr id="16" name="Diagram 199">
            <a:extLst>
              <a:ext uri="{FF2B5EF4-FFF2-40B4-BE49-F238E27FC236}">
                <a16:creationId xmlns:a16="http://schemas.microsoft.com/office/drawing/2014/main" id="{1CDD9996-E6ED-431C-B7AF-74822D8AB4A3}"/>
              </a:ext>
            </a:extLst>
          </p:cNvPr>
          <p:cNvSpPr>
            <a:spLocks noGrp="1"/>
          </p:cNvSpPr>
          <p:nvPr/>
        </p:nvSpPr>
        <p:spPr>
          <a:xfrm>
            <a:off x="320040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17" name="Text 200">
            <a:extLst>
              <a:ext uri="{FF2B5EF4-FFF2-40B4-BE49-F238E27FC236}">
                <a16:creationId xmlns:a16="http://schemas.microsoft.com/office/drawing/2014/main" id="{1BF605E3-FD8D-485E-B1C8-AB1B291624B9}"/>
              </a:ext>
            </a:extLst>
          </p:cNvPr>
          <p:cNvSpPr>
            <a:spLocks noGrp="1"/>
          </p:cNvSpPr>
          <p:nvPr/>
        </p:nvSpPr>
        <p:spPr>
          <a:xfrm>
            <a:off x="38290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5</a:t>
            </a:r>
          </a:p>
        </p:txBody>
      </p:sp>
      <p:sp>
        <p:nvSpPr>
          <p:cNvPr id="18" name="Diagram 201">
            <a:extLst>
              <a:ext uri="{FF2B5EF4-FFF2-40B4-BE49-F238E27FC236}">
                <a16:creationId xmlns:a16="http://schemas.microsoft.com/office/drawing/2014/main" id="{696992C2-047D-4C6F-86F7-CC27E3B7928E}"/>
              </a:ext>
            </a:extLst>
          </p:cNvPr>
          <p:cNvSpPr>
            <a:spLocks noGrp="1"/>
          </p:cNvSpPr>
          <p:nvPr/>
        </p:nvSpPr>
        <p:spPr>
          <a:xfrm>
            <a:off x="382905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19" name="Text 202">
            <a:extLst>
              <a:ext uri="{FF2B5EF4-FFF2-40B4-BE49-F238E27FC236}">
                <a16:creationId xmlns:a16="http://schemas.microsoft.com/office/drawing/2014/main" id="{262F1C4A-E8C6-4D6E-BD9E-E3255D67C790}"/>
              </a:ext>
            </a:extLst>
          </p:cNvPr>
          <p:cNvSpPr>
            <a:spLocks noGrp="1"/>
          </p:cNvSpPr>
          <p:nvPr/>
        </p:nvSpPr>
        <p:spPr>
          <a:xfrm>
            <a:off x="44577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6</a:t>
            </a:r>
          </a:p>
        </p:txBody>
      </p:sp>
      <p:sp>
        <p:nvSpPr>
          <p:cNvPr id="20" name="Diagram 203">
            <a:extLst>
              <a:ext uri="{FF2B5EF4-FFF2-40B4-BE49-F238E27FC236}">
                <a16:creationId xmlns:a16="http://schemas.microsoft.com/office/drawing/2014/main" id="{1C064952-AB9F-4323-9D07-AFD1937C6AE4}"/>
              </a:ext>
            </a:extLst>
          </p:cNvPr>
          <p:cNvSpPr>
            <a:spLocks noGrp="1"/>
          </p:cNvSpPr>
          <p:nvPr/>
        </p:nvSpPr>
        <p:spPr>
          <a:xfrm>
            <a:off x="445770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21" name="Text 204">
            <a:extLst>
              <a:ext uri="{FF2B5EF4-FFF2-40B4-BE49-F238E27FC236}">
                <a16:creationId xmlns:a16="http://schemas.microsoft.com/office/drawing/2014/main" id="{F2DBBFCA-1375-4BC8-991D-024CB9266262}"/>
              </a:ext>
            </a:extLst>
          </p:cNvPr>
          <p:cNvSpPr>
            <a:spLocks noGrp="1"/>
          </p:cNvSpPr>
          <p:nvPr/>
        </p:nvSpPr>
        <p:spPr>
          <a:xfrm>
            <a:off x="50863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7</a:t>
            </a:r>
          </a:p>
        </p:txBody>
      </p:sp>
      <p:sp>
        <p:nvSpPr>
          <p:cNvPr id="22" name="Diagram 205">
            <a:extLst>
              <a:ext uri="{FF2B5EF4-FFF2-40B4-BE49-F238E27FC236}">
                <a16:creationId xmlns:a16="http://schemas.microsoft.com/office/drawing/2014/main" id="{0E48DDE3-7C06-43AE-B5B6-ACF4FC99A5D3}"/>
              </a:ext>
            </a:extLst>
          </p:cNvPr>
          <p:cNvSpPr>
            <a:spLocks noGrp="1"/>
          </p:cNvSpPr>
          <p:nvPr/>
        </p:nvSpPr>
        <p:spPr>
          <a:xfrm>
            <a:off x="508635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23" name="Text 206">
            <a:extLst>
              <a:ext uri="{FF2B5EF4-FFF2-40B4-BE49-F238E27FC236}">
                <a16:creationId xmlns:a16="http://schemas.microsoft.com/office/drawing/2014/main" id="{99EC6F3A-A633-4AAD-B039-3A58E28EFC63}"/>
              </a:ext>
            </a:extLst>
          </p:cNvPr>
          <p:cNvSpPr>
            <a:spLocks noGrp="1"/>
          </p:cNvSpPr>
          <p:nvPr/>
        </p:nvSpPr>
        <p:spPr>
          <a:xfrm>
            <a:off x="64770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0</a:t>
            </a:r>
          </a:p>
        </p:txBody>
      </p:sp>
      <p:sp>
        <p:nvSpPr>
          <p:cNvPr id="24" name="Diagram 207">
            <a:extLst>
              <a:ext uri="{FF2B5EF4-FFF2-40B4-BE49-F238E27FC236}">
                <a16:creationId xmlns:a16="http://schemas.microsoft.com/office/drawing/2014/main" id="{114B6692-091B-4DF6-BC4D-7A30B166CAA5}"/>
              </a:ext>
            </a:extLst>
          </p:cNvPr>
          <p:cNvSpPr>
            <a:spLocks noGrp="1"/>
          </p:cNvSpPr>
          <p:nvPr/>
        </p:nvSpPr>
        <p:spPr>
          <a:xfrm>
            <a:off x="647700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25" name="Text 208">
            <a:extLst>
              <a:ext uri="{FF2B5EF4-FFF2-40B4-BE49-F238E27FC236}">
                <a16:creationId xmlns:a16="http://schemas.microsoft.com/office/drawing/2014/main" id="{D1A8126F-70C1-4143-96D0-77375D4BDDCC}"/>
              </a:ext>
            </a:extLst>
          </p:cNvPr>
          <p:cNvSpPr>
            <a:spLocks noGrp="1"/>
          </p:cNvSpPr>
          <p:nvPr/>
        </p:nvSpPr>
        <p:spPr>
          <a:xfrm>
            <a:off x="71056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1</a:t>
            </a:r>
          </a:p>
        </p:txBody>
      </p:sp>
      <p:sp>
        <p:nvSpPr>
          <p:cNvPr id="26" name="Diagram 209">
            <a:extLst>
              <a:ext uri="{FF2B5EF4-FFF2-40B4-BE49-F238E27FC236}">
                <a16:creationId xmlns:a16="http://schemas.microsoft.com/office/drawing/2014/main" id="{7B14D17A-63F9-42C2-A522-CF6AA2455DA0}"/>
              </a:ext>
            </a:extLst>
          </p:cNvPr>
          <p:cNvSpPr>
            <a:spLocks noGrp="1"/>
          </p:cNvSpPr>
          <p:nvPr/>
        </p:nvSpPr>
        <p:spPr>
          <a:xfrm>
            <a:off x="710565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27" name="Text 210">
            <a:extLst>
              <a:ext uri="{FF2B5EF4-FFF2-40B4-BE49-F238E27FC236}">
                <a16:creationId xmlns:a16="http://schemas.microsoft.com/office/drawing/2014/main" id="{727208C9-3B53-403B-8E2E-2373E1251B7B}"/>
              </a:ext>
            </a:extLst>
          </p:cNvPr>
          <p:cNvSpPr>
            <a:spLocks noGrp="1"/>
          </p:cNvSpPr>
          <p:nvPr/>
        </p:nvSpPr>
        <p:spPr>
          <a:xfrm>
            <a:off x="77343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2</a:t>
            </a:r>
          </a:p>
        </p:txBody>
      </p:sp>
      <p:sp>
        <p:nvSpPr>
          <p:cNvPr id="28" name="Diagram 211">
            <a:extLst>
              <a:ext uri="{FF2B5EF4-FFF2-40B4-BE49-F238E27FC236}">
                <a16:creationId xmlns:a16="http://schemas.microsoft.com/office/drawing/2014/main" id="{EE66A83A-AA52-418F-9C10-B0F3B028B475}"/>
              </a:ext>
            </a:extLst>
          </p:cNvPr>
          <p:cNvSpPr>
            <a:spLocks noGrp="1"/>
          </p:cNvSpPr>
          <p:nvPr/>
        </p:nvSpPr>
        <p:spPr>
          <a:xfrm>
            <a:off x="773430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29" name="Text 212">
            <a:extLst>
              <a:ext uri="{FF2B5EF4-FFF2-40B4-BE49-F238E27FC236}">
                <a16:creationId xmlns:a16="http://schemas.microsoft.com/office/drawing/2014/main" id="{F2401301-67B1-4212-987B-D2FAC779F146}"/>
              </a:ext>
            </a:extLst>
          </p:cNvPr>
          <p:cNvSpPr>
            <a:spLocks noGrp="1"/>
          </p:cNvSpPr>
          <p:nvPr/>
        </p:nvSpPr>
        <p:spPr>
          <a:xfrm>
            <a:off x="83629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3</a:t>
            </a:r>
          </a:p>
        </p:txBody>
      </p:sp>
      <p:sp>
        <p:nvSpPr>
          <p:cNvPr id="30" name="Diagram 213">
            <a:extLst>
              <a:ext uri="{FF2B5EF4-FFF2-40B4-BE49-F238E27FC236}">
                <a16:creationId xmlns:a16="http://schemas.microsoft.com/office/drawing/2014/main" id="{435155B3-9130-43B8-AA5A-6384E15626AD}"/>
              </a:ext>
            </a:extLst>
          </p:cNvPr>
          <p:cNvSpPr>
            <a:spLocks noGrp="1"/>
          </p:cNvSpPr>
          <p:nvPr/>
        </p:nvSpPr>
        <p:spPr>
          <a:xfrm>
            <a:off x="836295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31" name="Text 214">
            <a:extLst>
              <a:ext uri="{FF2B5EF4-FFF2-40B4-BE49-F238E27FC236}">
                <a16:creationId xmlns:a16="http://schemas.microsoft.com/office/drawing/2014/main" id="{A0458890-625A-4525-911C-56E0EE76065B}"/>
              </a:ext>
            </a:extLst>
          </p:cNvPr>
          <p:cNvSpPr>
            <a:spLocks noGrp="1"/>
          </p:cNvSpPr>
          <p:nvPr/>
        </p:nvSpPr>
        <p:spPr>
          <a:xfrm>
            <a:off x="89916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4</a:t>
            </a:r>
          </a:p>
        </p:txBody>
      </p:sp>
      <p:sp>
        <p:nvSpPr>
          <p:cNvPr id="32" name="Diagram 215">
            <a:extLst>
              <a:ext uri="{FF2B5EF4-FFF2-40B4-BE49-F238E27FC236}">
                <a16:creationId xmlns:a16="http://schemas.microsoft.com/office/drawing/2014/main" id="{353D5139-A14A-428F-9E78-E2964AE91067}"/>
              </a:ext>
            </a:extLst>
          </p:cNvPr>
          <p:cNvSpPr>
            <a:spLocks noGrp="1"/>
          </p:cNvSpPr>
          <p:nvPr/>
        </p:nvSpPr>
        <p:spPr>
          <a:xfrm>
            <a:off x="899160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33" name="Text 216">
            <a:extLst>
              <a:ext uri="{FF2B5EF4-FFF2-40B4-BE49-F238E27FC236}">
                <a16:creationId xmlns:a16="http://schemas.microsoft.com/office/drawing/2014/main" id="{7ADB9DA6-B0A7-4E27-903D-D2B1B8A77A6E}"/>
              </a:ext>
            </a:extLst>
          </p:cNvPr>
          <p:cNvSpPr>
            <a:spLocks noGrp="1"/>
          </p:cNvSpPr>
          <p:nvPr/>
        </p:nvSpPr>
        <p:spPr>
          <a:xfrm>
            <a:off x="96202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5</a:t>
            </a:r>
          </a:p>
        </p:txBody>
      </p:sp>
      <p:sp>
        <p:nvSpPr>
          <p:cNvPr id="34" name="Diagram 217">
            <a:extLst>
              <a:ext uri="{FF2B5EF4-FFF2-40B4-BE49-F238E27FC236}">
                <a16:creationId xmlns:a16="http://schemas.microsoft.com/office/drawing/2014/main" id="{31023EC5-1836-4AF4-BD51-AA47D9ADEAF7}"/>
              </a:ext>
            </a:extLst>
          </p:cNvPr>
          <p:cNvSpPr>
            <a:spLocks noGrp="1"/>
          </p:cNvSpPr>
          <p:nvPr/>
        </p:nvSpPr>
        <p:spPr>
          <a:xfrm>
            <a:off x="962025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35" name="Text 218">
            <a:extLst>
              <a:ext uri="{FF2B5EF4-FFF2-40B4-BE49-F238E27FC236}">
                <a16:creationId xmlns:a16="http://schemas.microsoft.com/office/drawing/2014/main" id="{6C69FD87-EECF-4A90-9BDD-7B10EC298360}"/>
              </a:ext>
            </a:extLst>
          </p:cNvPr>
          <p:cNvSpPr>
            <a:spLocks noGrp="1"/>
          </p:cNvSpPr>
          <p:nvPr/>
        </p:nvSpPr>
        <p:spPr>
          <a:xfrm>
            <a:off x="1024890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6</a:t>
            </a:r>
          </a:p>
        </p:txBody>
      </p:sp>
      <p:sp>
        <p:nvSpPr>
          <p:cNvPr id="36" name="Diagram 219">
            <a:extLst>
              <a:ext uri="{FF2B5EF4-FFF2-40B4-BE49-F238E27FC236}">
                <a16:creationId xmlns:a16="http://schemas.microsoft.com/office/drawing/2014/main" id="{66845A0D-0B1B-4499-93D6-92BB563B2F39}"/>
              </a:ext>
            </a:extLst>
          </p:cNvPr>
          <p:cNvSpPr>
            <a:spLocks noGrp="1"/>
          </p:cNvSpPr>
          <p:nvPr/>
        </p:nvSpPr>
        <p:spPr>
          <a:xfrm>
            <a:off x="10248900" y="3028950"/>
            <a:ext cx="628650" cy="685800"/>
          </a:xfrm>
          <a:prstGeom prst="rect">
            <a:avLst/>
          </a:prstGeom>
          <a:solidFill>
            <a:srgbClr val="FFFFFF"/>
          </a:solidFill>
          <a:ln w="14288">
            <a:solidFill>
              <a:srgbClr val="B8C6CE"/>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endParaRPr/>
          </a:p>
        </p:txBody>
      </p:sp>
      <p:sp>
        <p:nvSpPr>
          <p:cNvPr id="37" name="Text 220">
            <a:extLst>
              <a:ext uri="{FF2B5EF4-FFF2-40B4-BE49-F238E27FC236}">
                <a16:creationId xmlns:a16="http://schemas.microsoft.com/office/drawing/2014/main" id="{B0E4C94C-D4BD-46B3-81D3-3EE9745BA43E}"/>
              </a:ext>
            </a:extLst>
          </p:cNvPr>
          <p:cNvSpPr>
            <a:spLocks noGrp="1"/>
          </p:cNvSpPr>
          <p:nvPr/>
        </p:nvSpPr>
        <p:spPr>
          <a:xfrm>
            <a:off x="10877550" y="2609850"/>
            <a:ext cx="628650" cy="285750"/>
          </a:xfrm>
          <a:prstGeom prst="rect">
            <a:avLst/>
          </a:prstGeom>
          <a:noFill/>
          <a:ln w="0">
            <a:noFill/>
          </a:ln>
        </p:spPr>
        <p:txBody>
          <a:bodyPr wrap="square" lIns="0" tIns="0" rIns="0" bIns="0" anchor="t">
            <a:noAutofit/>
          </a:bodyPr>
          <a:lstStyle>
            <a:lvl1pPr algn="ctr">
              <a:buNone/>
              <a:defRPr sz="1650" b="0">
                <a:solidFill>
                  <a:srgbClr val="20334A"/>
                </a:solidFill>
                <a:latin typeface="Consolas"/>
                <a:ea typeface="Consolas"/>
                <a:cs typeface="Consolas"/>
              </a:defRPr>
            </a:lvl1pPr>
            <a:lvl2pPr algn="ctr">
              <a:buNone/>
              <a:defRPr sz="1650" b="0">
                <a:solidFill>
                  <a:srgbClr val="20334A"/>
                </a:solidFill>
                <a:latin typeface="Consolas"/>
                <a:ea typeface="Consolas"/>
                <a:cs typeface="Consolas"/>
              </a:defRPr>
            </a:lvl2pPr>
            <a:lvl3pPr algn="ctr">
              <a:buNone/>
              <a:defRPr sz="1650" b="0">
                <a:solidFill>
                  <a:srgbClr val="20334A"/>
                </a:solidFill>
                <a:latin typeface="Consolas"/>
                <a:ea typeface="Consolas"/>
                <a:cs typeface="Consolas"/>
              </a:defRPr>
            </a:lvl3pPr>
            <a:lvl4pPr algn="ctr">
              <a:buNone/>
              <a:defRPr sz="1650" b="0">
                <a:solidFill>
                  <a:srgbClr val="20334A"/>
                </a:solidFill>
                <a:latin typeface="Consolas"/>
                <a:ea typeface="Consolas"/>
                <a:cs typeface="Consolas"/>
              </a:defRPr>
            </a:lvl4pPr>
            <a:lvl5pPr algn="ctr">
              <a:buNone/>
              <a:defRPr sz="1650" b="0">
                <a:solidFill>
                  <a:srgbClr val="20334A"/>
                </a:solidFill>
                <a:latin typeface="Consolas"/>
                <a:ea typeface="Consolas"/>
                <a:cs typeface="Consolas"/>
              </a:defRPr>
            </a:lvl5pPr>
            <a:lvl6pPr algn="ctr">
              <a:buNone/>
              <a:defRPr sz="1650" b="0">
                <a:solidFill>
                  <a:srgbClr val="20334A"/>
                </a:solidFill>
                <a:latin typeface="Consolas"/>
                <a:ea typeface="Consolas"/>
                <a:cs typeface="Consolas"/>
              </a:defRPr>
            </a:lvl6pPr>
            <a:lvl7pPr algn="ctr">
              <a:buNone/>
              <a:defRPr sz="1650" b="0">
                <a:solidFill>
                  <a:srgbClr val="20334A"/>
                </a:solidFill>
                <a:latin typeface="Consolas"/>
                <a:ea typeface="Consolas"/>
                <a:cs typeface="Consolas"/>
              </a:defRPr>
            </a:lvl7pPr>
            <a:lvl8pPr algn="ctr">
              <a:buNone/>
              <a:defRPr sz="1650" b="0">
                <a:solidFill>
                  <a:srgbClr val="20334A"/>
                </a:solidFill>
                <a:latin typeface="Consolas"/>
                <a:ea typeface="Consolas"/>
                <a:cs typeface="Consolas"/>
              </a:defRPr>
            </a:lvl8pPr>
            <a:lvl9pPr algn="ctr">
              <a:buNone/>
              <a:defRPr sz="1650" b="0">
                <a:solidFill>
                  <a:srgbClr val="20334A"/>
                </a:solidFill>
                <a:latin typeface="Consolas"/>
                <a:ea typeface="Consolas"/>
                <a:cs typeface="Consolas"/>
              </a:defRPr>
            </a:lvl9pPr>
          </a:lstStyle>
          <a:p>
            <a:pPr algn="ctr">
              <a:buNone/>
              <a:defRPr sz="1650" b="0">
                <a:solidFill>
                  <a:srgbClr val="20334A"/>
                </a:solidFill>
                <a:latin typeface="Consolas"/>
                <a:ea typeface="Consolas"/>
                <a:cs typeface="Consolas"/>
              </a:defRPr>
            </a:pPr>
            <a:r>
              <a:rPr sz="1650" b="0">
                <a:solidFill>
                  <a:srgbClr val="20334A"/>
                </a:solidFill>
                <a:latin typeface="Consolas"/>
                <a:ea typeface="Consolas"/>
                <a:cs typeface="Consolas"/>
              </a:rPr>
              <a:t>7</a:t>
            </a:r>
          </a:p>
        </p:txBody>
      </p:sp>
      <p:sp>
        <p:nvSpPr>
          <p:cNvPr id="38" name="Diagram 221">
            <a:extLst>
              <a:ext uri="{FF2B5EF4-FFF2-40B4-BE49-F238E27FC236}">
                <a16:creationId xmlns:a16="http://schemas.microsoft.com/office/drawing/2014/main" id="{2BD7BF6F-5FC8-4016-A29F-64B63B80E083}"/>
              </a:ext>
            </a:extLst>
          </p:cNvPr>
          <p:cNvSpPr>
            <a:spLocks noGrp="1"/>
          </p:cNvSpPr>
          <p:nvPr/>
        </p:nvSpPr>
        <p:spPr>
          <a:xfrm>
            <a:off x="10877550" y="3028950"/>
            <a:ext cx="628650" cy="685800"/>
          </a:xfrm>
          <a:prstGeom prst="rect">
            <a:avLst/>
          </a:prstGeom>
          <a:solidFill>
            <a:srgbClr val="EDF4F5"/>
          </a:solidFill>
          <a:ln w="14288">
            <a:solidFill>
              <a:srgbClr val="166D73"/>
            </a:solidFill>
          </a:ln>
        </p:spPr>
        <p:txBody>
          <a:bodyPr wrap="square" lIns="0" tIns="0" rIns="0" bIns="0" anchor="ctr">
            <a:noAutofit/>
          </a:bodyPr>
          <a:lstStyle>
            <a:lvl1pPr algn="ctr">
              <a:buNone/>
              <a:defRPr sz="1500" b="1">
                <a:solidFill>
                  <a:srgbClr val="20334A"/>
                </a:solidFill>
                <a:latin typeface="Arial"/>
                <a:ea typeface="Arial"/>
                <a:cs typeface="Arial"/>
              </a:defRPr>
            </a:lvl1pPr>
            <a:lvl2pPr algn="ctr">
              <a:buNone/>
              <a:defRPr sz="1500" b="1">
                <a:solidFill>
                  <a:srgbClr val="20334A"/>
                </a:solidFill>
                <a:latin typeface="Arial"/>
                <a:ea typeface="Arial"/>
                <a:cs typeface="Arial"/>
              </a:defRPr>
            </a:lvl2pPr>
            <a:lvl3pPr algn="ctr">
              <a:buNone/>
              <a:defRPr sz="1500" b="1">
                <a:solidFill>
                  <a:srgbClr val="20334A"/>
                </a:solidFill>
                <a:latin typeface="Arial"/>
                <a:ea typeface="Arial"/>
                <a:cs typeface="Arial"/>
              </a:defRPr>
            </a:lvl3pPr>
            <a:lvl4pPr algn="ctr">
              <a:buNone/>
              <a:defRPr sz="1500" b="1">
                <a:solidFill>
                  <a:srgbClr val="20334A"/>
                </a:solidFill>
                <a:latin typeface="Arial"/>
                <a:ea typeface="Arial"/>
                <a:cs typeface="Arial"/>
              </a:defRPr>
            </a:lvl4pPr>
            <a:lvl5pPr algn="ctr">
              <a:buNone/>
              <a:defRPr sz="1500" b="1">
                <a:solidFill>
                  <a:srgbClr val="20334A"/>
                </a:solidFill>
                <a:latin typeface="Arial"/>
                <a:ea typeface="Arial"/>
                <a:cs typeface="Arial"/>
              </a:defRPr>
            </a:lvl5pPr>
            <a:lvl6pPr algn="ctr">
              <a:buNone/>
              <a:defRPr sz="1500" b="1">
                <a:solidFill>
                  <a:srgbClr val="20334A"/>
                </a:solidFill>
                <a:latin typeface="Arial"/>
                <a:ea typeface="Arial"/>
                <a:cs typeface="Arial"/>
              </a:defRPr>
            </a:lvl6pPr>
            <a:lvl7pPr algn="ctr">
              <a:buNone/>
              <a:defRPr sz="1500" b="1">
                <a:solidFill>
                  <a:srgbClr val="20334A"/>
                </a:solidFill>
                <a:latin typeface="Arial"/>
                <a:ea typeface="Arial"/>
                <a:cs typeface="Arial"/>
              </a:defRPr>
            </a:lvl7pPr>
            <a:lvl8pPr algn="ctr">
              <a:buNone/>
              <a:defRPr sz="1500" b="1">
                <a:solidFill>
                  <a:srgbClr val="20334A"/>
                </a:solidFill>
                <a:latin typeface="Arial"/>
                <a:ea typeface="Arial"/>
                <a:cs typeface="Arial"/>
              </a:defRPr>
            </a:lvl8pPr>
            <a:lvl9pPr algn="ctr">
              <a:buNone/>
              <a:defRPr sz="1500" b="1">
                <a:solidFill>
                  <a:srgbClr val="20334A"/>
                </a:solidFill>
                <a:latin typeface="Arial"/>
                <a:ea typeface="Arial"/>
                <a:cs typeface="Arial"/>
              </a:defRPr>
            </a:lvl9pPr>
          </a:lstStyle>
          <a:p>
            <a:pPr algn="ctr">
              <a:buNone/>
              <a:defRPr sz="1500" b="1">
                <a:solidFill>
                  <a:srgbClr val="20334A"/>
                </a:solidFill>
                <a:latin typeface="Arial"/>
                <a:ea typeface="Arial"/>
                <a:cs typeface="Arial"/>
              </a:defRPr>
            </a:pPr>
            <a:r>
              <a:rPr sz="1500" b="1">
                <a:solidFill>
                  <a:srgbClr val="20334A"/>
                </a:solidFill>
                <a:latin typeface="Arial"/>
                <a:ea typeface="Arial"/>
                <a:cs typeface="Arial"/>
              </a:rPr>
              <a:t>Start</a:t>
            </a:r>
          </a:p>
        </p:txBody>
      </p:sp>
      <p:sp>
        <p:nvSpPr>
          <p:cNvPr id="39" name="Text 222">
            <a:extLst>
              <a:ext uri="{FF2B5EF4-FFF2-40B4-BE49-F238E27FC236}">
                <a16:creationId xmlns:a16="http://schemas.microsoft.com/office/drawing/2014/main" id="{2F53509C-270A-4722-994C-D28D0E51A078}"/>
              </a:ext>
            </a:extLst>
          </p:cNvPr>
          <p:cNvSpPr>
            <a:spLocks noGrp="1"/>
          </p:cNvSpPr>
          <p:nvPr/>
        </p:nvSpPr>
        <p:spPr>
          <a:xfrm>
            <a:off x="685800" y="3943350"/>
            <a:ext cx="5029200" cy="323850"/>
          </a:xfrm>
          <a:prstGeom prst="rect">
            <a:avLst/>
          </a:prstGeom>
          <a:noFill/>
          <a:ln w="0">
            <a:noFill/>
          </a:ln>
        </p:spPr>
        <p:txBody>
          <a:bodyPr wrap="square" lIns="0" tIns="0" rIns="0" bIns="0" anchor="t">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Marker starts at the first bit</a:t>
            </a:r>
          </a:p>
        </p:txBody>
      </p:sp>
      <p:sp>
        <p:nvSpPr>
          <p:cNvPr id="40" name="Text 223">
            <a:extLst>
              <a:ext uri="{FF2B5EF4-FFF2-40B4-BE49-F238E27FC236}">
                <a16:creationId xmlns:a16="http://schemas.microsoft.com/office/drawing/2014/main" id="{BD1C3585-3049-42DC-839F-FCFD4A889A0A}"/>
              </a:ext>
            </a:extLst>
          </p:cNvPr>
          <p:cNvSpPr>
            <a:spLocks noGrp="1"/>
          </p:cNvSpPr>
          <p:nvPr/>
        </p:nvSpPr>
        <p:spPr>
          <a:xfrm>
            <a:off x="6477000" y="3943350"/>
            <a:ext cx="5029200" cy="323850"/>
          </a:xfrm>
          <a:prstGeom prst="rect">
            <a:avLst/>
          </a:prstGeom>
          <a:noFill/>
          <a:ln w="0">
            <a:noFill/>
          </a:ln>
        </p:spPr>
        <p:txBody>
          <a:bodyPr wrap="square" lIns="0" tIns="0" rIns="0" bIns="0" anchor="t">
            <a:noAutofit/>
          </a:bodyPr>
          <a:lstStyle>
            <a:lvl1pPr algn="ctr">
              <a:buNone/>
              <a:defRPr sz="1725" b="0">
                <a:solidFill>
                  <a:srgbClr val="20334A"/>
                </a:solidFill>
                <a:latin typeface="Arial"/>
                <a:ea typeface="Arial"/>
                <a:cs typeface="Arial"/>
              </a:defRPr>
            </a:lvl1pPr>
            <a:lvl2pPr algn="ctr">
              <a:buNone/>
              <a:defRPr sz="1725" b="0">
                <a:solidFill>
                  <a:srgbClr val="20334A"/>
                </a:solidFill>
                <a:latin typeface="Arial"/>
                <a:ea typeface="Arial"/>
                <a:cs typeface="Arial"/>
              </a:defRPr>
            </a:lvl2pPr>
            <a:lvl3pPr algn="ctr">
              <a:buNone/>
              <a:defRPr sz="1725" b="0">
                <a:solidFill>
                  <a:srgbClr val="20334A"/>
                </a:solidFill>
                <a:latin typeface="Arial"/>
                <a:ea typeface="Arial"/>
                <a:cs typeface="Arial"/>
              </a:defRPr>
            </a:lvl3pPr>
            <a:lvl4pPr algn="ctr">
              <a:buNone/>
              <a:defRPr sz="1725" b="0">
                <a:solidFill>
                  <a:srgbClr val="20334A"/>
                </a:solidFill>
                <a:latin typeface="Arial"/>
                <a:ea typeface="Arial"/>
                <a:cs typeface="Arial"/>
              </a:defRPr>
            </a:lvl4pPr>
            <a:lvl5pPr algn="ctr">
              <a:buNone/>
              <a:defRPr sz="1725" b="0">
                <a:solidFill>
                  <a:srgbClr val="20334A"/>
                </a:solidFill>
                <a:latin typeface="Arial"/>
                <a:ea typeface="Arial"/>
                <a:cs typeface="Arial"/>
              </a:defRPr>
            </a:lvl5pPr>
            <a:lvl6pPr algn="ctr">
              <a:buNone/>
              <a:defRPr sz="1725" b="0">
                <a:solidFill>
                  <a:srgbClr val="20334A"/>
                </a:solidFill>
                <a:latin typeface="Arial"/>
                <a:ea typeface="Arial"/>
                <a:cs typeface="Arial"/>
              </a:defRPr>
            </a:lvl6pPr>
            <a:lvl7pPr algn="ctr">
              <a:buNone/>
              <a:defRPr sz="1725" b="0">
                <a:solidFill>
                  <a:srgbClr val="20334A"/>
                </a:solidFill>
                <a:latin typeface="Arial"/>
                <a:ea typeface="Arial"/>
                <a:cs typeface="Arial"/>
              </a:defRPr>
            </a:lvl7pPr>
            <a:lvl8pPr algn="ctr">
              <a:buNone/>
              <a:defRPr sz="1725" b="0">
                <a:solidFill>
                  <a:srgbClr val="20334A"/>
                </a:solidFill>
                <a:latin typeface="Arial"/>
                <a:ea typeface="Arial"/>
                <a:cs typeface="Arial"/>
              </a:defRPr>
            </a:lvl8pPr>
            <a:lvl9pPr algn="ctr">
              <a:buNone/>
              <a:defRPr sz="1725" b="0">
                <a:solidFill>
                  <a:srgbClr val="20334A"/>
                </a:solidFill>
                <a:latin typeface="Arial"/>
                <a:ea typeface="Arial"/>
                <a:cs typeface="Arial"/>
              </a:defRPr>
            </a:lvl9pPr>
          </a:lstStyle>
          <a:p>
            <a:pPr algn="ctr">
              <a:buNone/>
              <a:defRPr sz="1725" b="0">
                <a:solidFill>
                  <a:srgbClr val="20334A"/>
                </a:solidFill>
                <a:latin typeface="Arial"/>
                <a:ea typeface="Arial"/>
                <a:cs typeface="Arial"/>
              </a:defRPr>
            </a:pPr>
            <a:r>
              <a:rPr sz="1725" b="0">
                <a:solidFill>
                  <a:srgbClr val="20334A"/>
                </a:solidFill>
                <a:latin typeface="Arial"/>
                <a:ea typeface="Arial"/>
                <a:cs typeface="Arial"/>
              </a:rPr>
              <a:t>Marker continues into later bytes</a:t>
            </a:r>
          </a:p>
        </p:txBody>
      </p:sp>
      <p:sp>
        <p:nvSpPr>
          <p:cNvPr id="41" name="Text 224">
            <a:extLst>
              <a:ext uri="{FF2B5EF4-FFF2-40B4-BE49-F238E27FC236}">
                <a16:creationId xmlns:a16="http://schemas.microsoft.com/office/drawing/2014/main" id="{D294CF54-D849-4583-982F-4E08293B5BD4}"/>
              </a:ext>
            </a:extLst>
          </p:cNvPr>
          <p:cNvSpPr>
            <a:spLocks noGrp="1"/>
          </p:cNvSpPr>
          <p:nvPr/>
        </p:nvSpPr>
        <p:spPr>
          <a:xfrm>
            <a:off x="685800" y="4762500"/>
            <a:ext cx="10820400" cy="1428750"/>
          </a:xfrm>
          <a:prstGeom prst="rect">
            <a:avLst/>
          </a:prstGeom>
          <a:noFill/>
          <a:ln w="0">
            <a:noFill/>
          </a:ln>
        </p:spPr>
        <p:txBody>
          <a:bodyPr wrap="square" lIns="0" tIns="0" rIns="0" bIns="0" anchor="t">
            <a:noAutofit/>
          </a:bodyPr>
          <a:lstStyle>
            <a:lvl1pPr algn="l">
              <a:buNone/>
              <a:defRPr sz="1875" b="0">
                <a:solidFill>
                  <a:srgbClr val="20334A"/>
                </a:solidFill>
                <a:latin typeface="Arial"/>
                <a:ea typeface="Arial"/>
                <a:cs typeface="Arial"/>
              </a:defRPr>
            </a:lvl1pPr>
            <a:lvl2pPr algn="l">
              <a:buNone/>
              <a:defRPr sz="1875" b="0">
                <a:solidFill>
                  <a:srgbClr val="20334A"/>
                </a:solidFill>
                <a:latin typeface="Arial"/>
                <a:ea typeface="Arial"/>
                <a:cs typeface="Arial"/>
              </a:defRPr>
            </a:lvl2pPr>
            <a:lvl3pPr algn="l">
              <a:buNone/>
              <a:defRPr sz="1875" b="0">
                <a:solidFill>
                  <a:srgbClr val="20334A"/>
                </a:solidFill>
                <a:latin typeface="Arial"/>
                <a:ea typeface="Arial"/>
                <a:cs typeface="Arial"/>
              </a:defRPr>
            </a:lvl3pPr>
            <a:lvl4pPr algn="l">
              <a:buNone/>
              <a:defRPr sz="1875" b="0">
                <a:solidFill>
                  <a:srgbClr val="20334A"/>
                </a:solidFill>
                <a:latin typeface="Arial"/>
                <a:ea typeface="Arial"/>
                <a:cs typeface="Arial"/>
              </a:defRPr>
            </a:lvl4pPr>
            <a:lvl5pPr algn="l">
              <a:buNone/>
              <a:defRPr sz="1875" b="0">
                <a:solidFill>
                  <a:srgbClr val="20334A"/>
                </a:solidFill>
                <a:latin typeface="Arial"/>
                <a:ea typeface="Arial"/>
                <a:cs typeface="Arial"/>
              </a:defRPr>
            </a:lvl5pPr>
            <a:lvl6pPr algn="l">
              <a:buNone/>
              <a:defRPr sz="1875" b="0">
                <a:solidFill>
                  <a:srgbClr val="20334A"/>
                </a:solidFill>
                <a:latin typeface="Arial"/>
                <a:ea typeface="Arial"/>
                <a:cs typeface="Arial"/>
              </a:defRPr>
            </a:lvl6pPr>
            <a:lvl7pPr algn="l">
              <a:buNone/>
              <a:defRPr sz="1875" b="0">
                <a:solidFill>
                  <a:srgbClr val="20334A"/>
                </a:solidFill>
                <a:latin typeface="Arial"/>
                <a:ea typeface="Arial"/>
                <a:cs typeface="Arial"/>
              </a:defRPr>
            </a:lvl7pPr>
            <a:lvl8pPr algn="l">
              <a:buNone/>
              <a:defRPr sz="1875" b="0">
                <a:solidFill>
                  <a:srgbClr val="20334A"/>
                </a:solidFill>
                <a:latin typeface="Arial"/>
                <a:ea typeface="Arial"/>
                <a:cs typeface="Arial"/>
              </a:defRPr>
            </a:lvl8pPr>
            <a:lvl9pPr algn="l">
              <a:buNone/>
              <a:defRPr sz="1875" b="0">
                <a:solidFill>
                  <a:srgbClr val="20334A"/>
                </a:solidFill>
                <a:latin typeface="Arial"/>
                <a:ea typeface="Arial"/>
                <a:cs typeface="Arial"/>
              </a:defRPr>
            </a:lvl9pPr>
          </a:lstStyle>
          <a:p>
            <a:pPr marL="215900" indent="-101600" algn="l">
              <a:spcAft>
                <a:spcPts val="900"/>
              </a:spcAft>
              <a:buChar char="•"/>
              <a:defRPr sz="1875" b="0">
                <a:solidFill>
                  <a:srgbClr val="20334A"/>
                </a:solidFill>
                <a:latin typeface="Arial"/>
                <a:ea typeface="Arial"/>
                <a:cs typeface="Arial"/>
              </a:defRPr>
            </a:pPr>
            <a:r>
              <a:t>Stream bit 4,160 has alignment 0 because 4,160 mod 8 = 0.</a:t>
            </a:r>
          </a:p>
          <a:p>
            <a:pPr marL="215900" indent="-101600" algn="l">
              <a:spcAft>
                <a:spcPts val="900"/>
              </a:spcAft>
              <a:buChar char="•"/>
              <a:defRPr sz="1875" b="0">
                <a:solidFill>
                  <a:srgbClr val="20334A"/>
                </a:solidFill>
                <a:latin typeface="Arial"/>
                <a:ea typeface="Arial"/>
                <a:cs typeface="Arial"/>
              </a:defRPr>
            </a:pPr>
            <a:r>
              <a:t>Stream bit 8,319 has alignment 7 because 8,319 mod 8 = 7.</a:t>
            </a:r>
          </a:p>
          <a:p>
            <a:pPr marL="215900" indent="-101600" algn="l">
              <a:spcAft>
                <a:spcPts val="900"/>
              </a:spcAft>
              <a:buChar char="•"/>
              <a:defRPr sz="1875" b="0">
                <a:solidFill>
                  <a:srgbClr val="20334A"/>
                </a:solidFill>
                <a:latin typeface="Arial"/>
                <a:ea typeface="Arial"/>
                <a:cs typeface="Arial"/>
              </a:defRPr>
            </a:pPr>
            <a:r>
              <a:t>Alignment does not identify a frame number or the damaged bit.</a:t>
            </a:r>
          </a:p>
        </p:txBody>
      </p:sp>
    </p:spTree>
    <p:extLst>
      <p:ext uri="{BB962C8B-B14F-4D97-AF65-F5344CB8AC3E}">
        <p14:creationId xmlns:p14="http://schemas.microsoft.com/office/powerpoint/2010/main" val="773348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7F4E368D-2C45-42F1-A6D8-211301BCE47A}"/>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CRC validation and decoded telemetry</a:t>
            </a:r>
          </a:p>
        </p:txBody>
      </p:sp>
      <p:sp>
        <p:nvSpPr>
          <p:cNvPr id="4" name="Text 226">
            <a:extLst>
              <a:ext uri="{FF2B5EF4-FFF2-40B4-BE49-F238E27FC236}">
                <a16:creationId xmlns:a16="http://schemas.microsoft.com/office/drawing/2014/main" id="{581E43C4-AC62-49F2-BCE4-86C2ABF6498F}"/>
              </a:ext>
            </a:extLst>
          </p:cNvPr>
          <p:cNvSpPr>
            <a:spLocks noGrp="1"/>
          </p:cNvSpPr>
          <p:nvPr/>
        </p:nvSpPr>
        <p:spPr>
          <a:xfrm>
            <a:off x="685800" y="1323975"/>
            <a:ext cx="10820400" cy="400050"/>
          </a:xfrm>
          <a:prstGeom prst="rect">
            <a:avLst/>
          </a:prstGeom>
          <a:noFill/>
          <a:ln w="0">
            <a:noFill/>
          </a:ln>
        </p:spPr>
        <p:txBody>
          <a:bodyPr wrap="square" lIns="0" tIns="0" rIns="0" bIns="0" anchor="t">
            <a:noAutofit/>
          </a:bodyPr>
          <a:lstStyle>
            <a:lvl1pPr algn="l">
              <a:buNone/>
              <a:defRPr sz="2100" b="1">
                <a:solidFill>
                  <a:srgbClr val="20334A"/>
                </a:solidFill>
                <a:latin typeface="Arial"/>
                <a:ea typeface="Arial"/>
                <a:cs typeface="Arial"/>
              </a:defRPr>
            </a:lvl1pPr>
            <a:lvl2pPr algn="l">
              <a:buNone/>
              <a:defRPr sz="2100" b="1">
                <a:solidFill>
                  <a:srgbClr val="20334A"/>
                </a:solidFill>
                <a:latin typeface="Arial"/>
                <a:ea typeface="Arial"/>
                <a:cs typeface="Arial"/>
              </a:defRPr>
            </a:lvl2pPr>
            <a:lvl3pPr algn="l">
              <a:buNone/>
              <a:defRPr sz="2100" b="1">
                <a:solidFill>
                  <a:srgbClr val="20334A"/>
                </a:solidFill>
                <a:latin typeface="Arial"/>
                <a:ea typeface="Arial"/>
                <a:cs typeface="Arial"/>
              </a:defRPr>
            </a:lvl3pPr>
            <a:lvl4pPr algn="l">
              <a:buNone/>
              <a:defRPr sz="2100" b="1">
                <a:solidFill>
                  <a:srgbClr val="20334A"/>
                </a:solidFill>
                <a:latin typeface="Arial"/>
                <a:ea typeface="Arial"/>
                <a:cs typeface="Arial"/>
              </a:defRPr>
            </a:lvl4pPr>
            <a:lvl5pPr algn="l">
              <a:buNone/>
              <a:defRPr sz="2100" b="1">
                <a:solidFill>
                  <a:srgbClr val="20334A"/>
                </a:solidFill>
                <a:latin typeface="Arial"/>
                <a:ea typeface="Arial"/>
                <a:cs typeface="Arial"/>
              </a:defRPr>
            </a:lvl5pPr>
            <a:lvl6pPr algn="l">
              <a:buNone/>
              <a:defRPr sz="2100" b="1">
                <a:solidFill>
                  <a:srgbClr val="20334A"/>
                </a:solidFill>
                <a:latin typeface="Arial"/>
                <a:ea typeface="Arial"/>
                <a:cs typeface="Arial"/>
              </a:defRPr>
            </a:lvl6pPr>
            <a:lvl7pPr algn="l">
              <a:buNone/>
              <a:defRPr sz="2100" b="1">
                <a:solidFill>
                  <a:srgbClr val="20334A"/>
                </a:solidFill>
                <a:latin typeface="Arial"/>
                <a:ea typeface="Arial"/>
                <a:cs typeface="Arial"/>
              </a:defRPr>
            </a:lvl7pPr>
            <a:lvl8pPr algn="l">
              <a:buNone/>
              <a:defRPr sz="2100" b="1">
                <a:solidFill>
                  <a:srgbClr val="20334A"/>
                </a:solidFill>
                <a:latin typeface="Arial"/>
                <a:ea typeface="Arial"/>
                <a:cs typeface="Arial"/>
              </a:defRPr>
            </a:lvl8pPr>
            <a:lvl9pPr algn="l">
              <a:buNone/>
              <a:defRPr sz="2100" b="1">
                <a:solidFill>
                  <a:srgbClr val="20334A"/>
                </a:solidFill>
                <a:latin typeface="Arial"/>
                <a:ea typeface="Arial"/>
                <a:cs typeface="Arial"/>
              </a:defRPr>
            </a:lvl9pPr>
          </a:lstStyle>
          <a:p>
            <a:pPr algn="l">
              <a:buNone/>
              <a:defRPr sz="2100" b="1">
                <a:solidFill>
                  <a:srgbClr val="20334A"/>
                </a:solidFill>
                <a:latin typeface="Arial"/>
                <a:ea typeface="Arial"/>
                <a:cs typeface="Arial"/>
              </a:defRPr>
            </a:pPr>
            <a:r>
              <a:rPr sz="2100" b="1">
                <a:solidFill>
                  <a:srgbClr val="20334A"/>
                </a:solidFill>
                <a:latin typeface="Arial"/>
                <a:ea typeface="Arial"/>
                <a:cs typeface="Arial"/>
              </a:rPr>
              <a:t>CRC = Cyclic Redundancy Check</a:t>
            </a:r>
          </a:p>
        </p:txBody>
      </p:sp>
      <p:sp>
        <p:nvSpPr>
          <p:cNvPr id="5" name="Diagram 227">
            <a:extLst>
              <a:ext uri="{FF2B5EF4-FFF2-40B4-BE49-F238E27FC236}">
                <a16:creationId xmlns:a16="http://schemas.microsoft.com/office/drawing/2014/main" id="{FE7F5B1B-84AF-43BB-A8C5-23ED75B9F938}"/>
              </a:ext>
            </a:extLst>
          </p:cNvPr>
          <p:cNvSpPr>
            <a:spLocks noGrp="1"/>
          </p:cNvSpPr>
          <p:nvPr/>
        </p:nvSpPr>
        <p:spPr>
          <a:xfrm>
            <a:off x="685800" y="2609850"/>
            <a:ext cx="2286000" cy="8763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75" b="0">
                <a:solidFill>
                  <a:srgbClr val="20334A"/>
                </a:solidFill>
                <a:latin typeface="Arial"/>
                <a:ea typeface="Arial"/>
                <a:cs typeface="Arial"/>
              </a:defRPr>
            </a:lvl1pPr>
            <a:lvl2pPr algn="ctr">
              <a:buNone/>
              <a:defRPr sz="1875" b="0">
                <a:solidFill>
                  <a:srgbClr val="20334A"/>
                </a:solidFill>
                <a:latin typeface="Arial"/>
                <a:ea typeface="Arial"/>
                <a:cs typeface="Arial"/>
              </a:defRPr>
            </a:lvl2pPr>
            <a:lvl3pPr algn="ctr">
              <a:buNone/>
              <a:defRPr sz="1875" b="0">
                <a:solidFill>
                  <a:srgbClr val="20334A"/>
                </a:solidFill>
                <a:latin typeface="Arial"/>
                <a:ea typeface="Arial"/>
                <a:cs typeface="Arial"/>
              </a:defRPr>
            </a:lvl3pPr>
            <a:lvl4pPr algn="ctr">
              <a:buNone/>
              <a:defRPr sz="1875" b="0">
                <a:solidFill>
                  <a:srgbClr val="20334A"/>
                </a:solidFill>
                <a:latin typeface="Arial"/>
                <a:ea typeface="Arial"/>
                <a:cs typeface="Arial"/>
              </a:defRPr>
            </a:lvl4pPr>
            <a:lvl5pPr algn="ctr">
              <a:buNone/>
              <a:defRPr sz="1875" b="0">
                <a:solidFill>
                  <a:srgbClr val="20334A"/>
                </a:solidFill>
                <a:latin typeface="Arial"/>
                <a:ea typeface="Arial"/>
                <a:cs typeface="Arial"/>
              </a:defRPr>
            </a:lvl5pPr>
            <a:lvl6pPr algn="ctr">
              <a:buNone/>
              <a:defRPr sz="1875" b="0">
                <a:solidFill>
                  <a:srgbClr val="20334A"/>
                </a:solidFill>
                <a:latin typeface="Arial"/>
                <a:ea typeface="Arial"/>
                <a:cs typeface="Arial"/>
              </a:defRPr>
            </a:lvl6pPr>
            <a:lvl7pPr algn="ctr">
              <a:buNone/>
              <a:defRPr sz="1875" b="0">
                <a:solidFill>
                  <a:srgbClr val="20334A"/>
                </a:solidFill>
                <a:latin typeface="Arial"/>
                <a:ea typeface="Arial"/>
                <a:cs typeface="Arial"/>
              </a:defRPr>
            </a:lvl7pPr>
            <a:lvl8pPr algn="ctr">
              <a:buNone/>
              <a:defRPr sz="1875" b="0">
                <a:solidFill>
                  <a:srgbClr val="20334A"/>
                </a:solidFill>
                <a:latin typeface="Arial"/>
                <a:ea typeface="Arial"/>
                <a:cs typeface="Arial"/>
              </a:defRPr>
            </a:lvl8pPr>
            <a:lvl9pPr algn="ctr">
              <a:buNone/>
              <a:defRPr sz="1875" b="0">
                <a:solidFill>
                  <a:srgbClr val="20334A"/>
                </a:solidFill>
                <a:latin typeface="Arial"/>
                <a:ea typeface="Arial"/>
                <a:cs typeface="Arial"/>
              </a:defRPr>
            </a:lvl9pPr>
          </a:lstStyle>
          <a:p>
            <a:pPr algn="ctr">
              <a:buNone/>
              <a:defRPr sz="1875" b="0">
                <a:solidFill>
                  <a:srgbClr val="20334A"/>
                </a:solidFill>
                <a:latin typeface="Arial"/>
                <a:ea typeface="Arial"/>
                <a:cs typeface="Arial"/>
              </a:defRPr>
            </a:pPr>
            <a:r>
              <a:rPr sz="1875" b="0">
                <a:solidFill>
                  <a:srgbClr val="20334A"/>
                </a:solidFill>
                <a:latin typeface="Arial"/>
                <a:ea typeface="Arial"/>
                <a:cs typeface="Arial"/>
              </a:rPr>
              <a:t>Received</a:t>
            </a:r>
          </a:p>
          <a:p>
            <a:pPr algn="ctr">
              <a:buNone/>
              <a:defRPr sz="1875" b="0">
                <a:solidFill>
                  <a:srgbClr val="20334A"/>
                </a:solidFill>
                <a:latin typeface="Arial"/>
                <a:ea typeface="Arial"/>
                <a:cs typeface="Arial"/>
              </a:defRPr>
            </a:pPr>
            <a:r>
              <a:rPr sz="1875" b="0">
                <a:solidFill>
                  <a:srgbClr val="20334A"/>
                </a:solidFill>
                <a:latin typeface="Arial"/>
                <a:ea typeface="Arial"/>
                <a:cs typeface="Arial"/>
              </a:rPr>
              <a:t>candidate body</a:t>
            </a:r>
          </a:p>
        </p:txBody>
      </p:sp>
      <p:sp>
        <p:nvSpPr>
          <p:cNvPr id="6" name="Diagram 228">
            <a:extLst>
              <a:ext uri="{FF2B5EF4-FFF2-40B4-BE49-F238E27FC236}">
                <a16:creationId xmlns:a16="http://schemas.microsoft.com/office/drawing/2014/main" id="{7BAAD492-7933-44E2-B815-5602B701130B}"/>
              </a:ext>
            </a:extLst>
          </p:cNvPr>
          <p:cNvSpPr>
            <a:spLocks noGrp="1"/>
          </p:cNvSpPr>
          <p:nvPr/>
        </p:nvSpPr>
        <p:spPr>
          <a:xfrm>
            <a:off x="4095750" y="2609850"/>
            <a:ext cx="3048000" cy="8763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75" b="1">
                <a:solidFill>
                  <a:srgbClr val="20334A"/>
                </a:solidFill>
                <a:latin typeface="Arial"/>
                <a:ea typeface="Arial"/>
                <a:cs typeface="Arial"/>
              </a:defRPr>
            </a:lvl1pPr>
            <a:lvl2pPr algn="ctr">
              <a:buNone/>
              <a:defRPr sz="1875" b="1">
                <a:solidFill>
                  <a:srgbClr val="20334A"/>
                </a:solidFill>
                <a:latin typeface="Arial"/>
                <a:ea typeface="Arial"/>
                <a:cs typeface="Arial"/>
              </a:defRPr>
            </a:lvl2pPr>
            <a:lvl3pPr algn="ctr">
              <a:buNone/>
              <a:defRPr sz="1875" b="1">
                <a:solidFill>
                  <a:srgbClr val="20334A"/>
                </a:solidFill>
                <a:latin typeface="Arial"/>
                <a:ea typeface="Arial"/>
                <a:cs typeface="Arial"/>
              </a:defRPr>
            </a:lvl3pPr>
            <a:lvl4pPr algn="ctr">
              <a:buNone/>
              <a:defRPr sz="1875" b="1">
                <a:solidFill>
                  <a:srgbClr val="20334A"/>
                </a:solidFill>
                <a:latin typeface="Arial"/>
                <a:ea typeface="Arial"/>
                <a:cs typeface="Arial"/>
              </a:defRPr>
            </a:lvl4pPr>
            <a:lvl5pPr algn="ctr">
              <a:buNone/>
              <a:defRPr sz="1875" b="1">
                <a:solidFill>
                  <a:srgbClr val="20334A"/>
                </a:solidFill>
                <a:latin typeface="Arial"/>
                <a:ea typeface="Arial"/>
                <a:cs typeface="Arial"/>
              </a:defRPr>
            </a:lvl5pPr>
            <a:lvl6pPr algn="ctr">
              <a:buNone/>
              <a:defRPr sz="1875" b="1">
                <a:solidFill>
                  <a:srgbClr val="20334A"/>
                </a:solidFill>
                <a:latin typeface="Arial"/>
                <a:ea typeface="Arial"/>
                <a:cs typeface="Arial"/>
              </a:defRPr>
            </a:lvl6pPr>
            <a:lvl7pPr algn="ctr">
              <a:buNone/>
              <a:defRPr sz="1875" b="1">
                <a:solidFill>
                  <a:srgbClr val="20334A"/>
                </a:solidFill>
                <a:latin typeface="Arial"/>
                <a:ea typeface="Arial"/>
                <a:cs typeface="Arial"/>
              </a:defRPr>
            </a:lvl7pPr>
            <a:lvl8pPr algn="ctr">
              <a:buNone/>
              <a:defRPr sz="1875" b="1">
                <a:solidFill>
                  <a:srgbClr val="20334A"/>
                </a:solidFill>
                <a:latin typeface="Arial"/>
                <a:ea typeface="Arial"/>
                <a:cs typeface="Arial"/>
              </a:defRPr>
            </a:lvl8pPr>
            <a:lvl9pPr algn="ctr">
              <a:buNone/>
              <a:defRPr sz="1875" b="1">
                <a:solidFill>
                  <a:srgbClr val="20334A"/>
                </a:solidFill>
                <a:latin typeface="Arial"/>
                <a:ea typeface="Arial"/>
                <a:cs typeface="Arial"/>
              </a:defRPr>
            </a:lvl9pPr>
          </a:lstStyle>
          <a:p>
            <a:pPr algn="ctr">
              <a:buNone/>
              <a:defRPr sz="1875" b="1">
                <a:solidFill>
                  <a:srgbClr val="20334A"/>
                </a:solidFill>
                <a:latin typeface="Arial"/>
                <a:ea typeface="Arial"/>
                <a:cs typeface="Arial"/>
              </a:defRPr>
            </a:pPr>
            <a:r>
              <a:rPr sz="1875" b="1">
                <a:solidFill>
                  <a:srgbClr val="20334A"/>
                </a:solidFill>
                <a:latin typeface="Arial"/>
                <a:ea typeface="Arial"/>
                <a:cs typeface="Arial"/>
              </a:rPr>
              <a:t>CRC and format check</a:t>
            </a:r>
          </a:p>
        </p:txBody>
      </p:sp>
      <p:sp>
        <p:nvSpPr>
          <p:cNvPr id="7" name="Diagram 229">
            <a:extLst>
              <a:ext uri="{FF2B5EF4-FFF2-40B4-BE49-F238E27FC236}">
                <a16:creationId xmlns:a16="http://schemas.microsoft.com/office/drawing/2014/main" id="{29E7D623-FA2D-454E-A5F2-0EE5F0A987ED}"/>
              </a:ext>
            </a:extLst>
          </p:cNvPr>
          <p:cNvSpPr>
            <a:spLocks noGrp="1"/>
          </p:cNvSpPr>
          <p:nvPr/>
        </p:nvSpPr>
        <p:spPr>
          <a:xfrm>
            <a:off x="8648700" y="1733550"/>
            <a:ext cx="2857500" cy="2628900"/>
          </a:xfrm>
          <a:prstGeom prst="rect">
            <a:avLst/>
          </a:prstGeom>
          <a:solidFill>
            <a:srgbClr val="EAF4ED"/>
          </a:solidFill>
          <a:ln w="14288">
            <a:solidFill>
              <a:srgbClr val="28764F"/>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cxnSp>
        <p:nvCxnSpPr>
          <p:cNvPr id="25" name="Straight Arrow Connector 24"/>
          <p:cNvCxnSpPr>
            <a:stCxn id="5" idx="3"/>
            <a:endCxn id="6" idx="1"/>
          </p:cNvCxnSpPr>
          <p:nvPr/>
        </p:nvCxnSpPr>
        <p:spPr>
          <a:xfrm>
            <a:off x="2971800" y="3048000"/>
            <a:ext cx="1123950" cy="0"/>
          </a:xfrm>
          <a:prstGeom prst="straightConnector1">
            <a:avLst/>
          </a:prstGeom>
          <a:ln w="19050">
            <a:solidFill>
              <a:srgbClr val="166D73"/>
            </a:solidFill>
            <a:tailEnd type="triangle" w="med" len="med"/>
          </a:ln>
        </p:spPr>
      </p:cxnSp>
      <p:cxnSp>
        <p:nvCxnSpPr>
          <p:cNvPr id="26" name="Straight Arrow Connector 25"/>
          <p:cNvCxnSpPr>
            <a:stCxn id="6" idx="3"/>
            <a:endCxn id="7" idx="1"/>
          </p:cNvCxnSpPr>
          <p:nvPr/>
        </p:nvCxnSpPr>
        <p:spPr>
          <a:xfrm>
            <a:off x="7143750" y="3048000"/>
            <a:ext cx="1504950" cy="0"/>
          </a:xfrm>
          <a:prstGeom prst="straightConnector1">
            <a:avLst/>
          </a:prstGeom>
          <a:ln w="19050">
            <a:solidFill>
              <a:srgbClr val="28764F"/>
            </a:solidFill>
            <a:tailEnd type="triangle" w="med" len="med"/>
          </a:ln>
        </p:spPr>
      </p:cxnSp>
      <p:sp>
        <p:nvSpPr>
          <p:cNvPr id="10" name="Text 230">
            <a:extLst>
              <a:ext uri="{FF2B5EF4-FFF2-40B4-BE49-F238E27FC236}">
                <a16:creationId xmlns:a16="http://schemas.microsoft.com/office/drawing/2014/main" id="{C6571E39-4AEE-458F-87F1-B38F33E07216}"/>
              </a:ext>
            </a:extLst>
          </p:cNvPr>
          <p:cNvSpPr>
            <a:spLocks noGrp="1"/>
          </p:cNvSpPr>
          <p:nvPr/>
        </p:nvSpPr>
        <p:spPr>
          <a:xfrm>
            <a:off x="3886200" y="2057400"/>
            <a:ext cx="3476625" cy="381000"/>
          </a:xfrm>
          <a:prstGeom prst="rect">
            <a:avLst/>
          </a:prstGeom>
          <a:noFill/>
          <a:ln w="0">
            <a:noFill/>
          </a:ln>
        </p:spPr>
        <p:txBody>
          <a:bodyPr wrap="square" lIns="0" tIns="0" rIns="0" bIns="0" anchor="t">
            <a:noAutofit/>
          </a:bodyPr>
          <a:lstStyle>
            <a:lvl1pPr algn="ctr">
              <a:buNone/>
              <a:defRPr sz="2175" b="1">
                <a:solidFill>
                  <a:srgbClr val="28764F"/>
                </a:solidFill>
                <a:latin typeface="Consolas"/>
                <a:ea typeface="Consolas"/>
                <a:cs typeface="Consolas"/>
              </a:defRPr>
            </a:lvl1pPr>
            <a:lvl2pPr algn="ctr">
              <a:buNone/>
              <a:defRPr sz="2175" b="1">
                <a:solidFill>
                  <a:srgbClr val="28764F"/>
                </a:solidFill>
                <a:latin typeface="Consolas"/>
                <a:ea typeface="Consolas"/>
                <a:cs typeface="Consolas"/>
              </a:defRPr>
            </a:lvl2pPr>
            <a:lvl3pPr algn="ctr">
              <a:buNone/>
              <a:defRPr sz="2175" b="1">
                <a:solidFill>
                  <a:srgbClr val="28764F"/>
                </a:solidFill>
                <a:latin typeface="Consolas"/>
                <a:ea typeface="Consolas"/>
                <a:cs typeface="Consolas"/>
              </a:defRPr>
            </a:lvl3pPr>
            <a:lvl4pPr algn="ctr">
              <a:buNone/>
              <a:defRPr sz="2175" b="1">
                <a:solidFill>
                  <a:srgbClr val="28764F"/>
                </a:solidFill>
                <a:latin typeface="Consolas"/>
                <a:ea typeface="Consolas"/>
                <a:cs typeface="Consolas"/>
              </a:defRPr>
            </a:lvl4pPr>
            <a:lvl5pPr algn="ctr">
              <a:buNone/>
              <a:defRPr sz="2175" b="1">
                <a:solidFill>
                  <a:srgbClr val="28764F"/>
                </a:solidFill>
                <a:latin typeface="Consolas"/>
                <a:ea typeface="Consolas"/>
                <a:cs typeface="Consolas"/>
              </a:defRPr>
            </a:lvl5pPr>
            <a:lvl6pPr algn="ctr">
              <a:buNone/>
              <a:defRPr sz="2175" b="1">
                <a:solidFill>
                  <a:srgbClr val="28764F"/>
                </a:solidFill>
                <a:latin typeface="Consolas"/>
                <a:ea typeface="Consolas"/>
                <a:cs typeface="Consolas"/>
              </a:defRPr>
            </a:lvl6pPr>
            <a:lvl7pPr algn="ctr">
              <a:buNone/>
              <a:defRPr sz="2175" b="1">
                <a:solidFill>
                  <a:srgbClr val="28764F"/>
                </a:solidFill>
                <a:latin typeface="Consolas"/>
                <a:ea typeface="Consolas"/>
                <a:cs typeface="Consolas"/>
              </a:defRPr>
            </a:lvl7pPr>
            <a:lvl8pPr algn="ctr">
              <a:buNone/>
              <a:defRPr sz="2175" b="1">
                <a:solidFill>
                  <a:srgbClr val="28764F"/>
                </a:solidFill>
                <a:latin typeface="Consolas"/>
                <a:ea typeface="Consolas"/>
                <a:cs typeface="Consolas"/>
              </a:defRPr>
            </a:lvl8pPr>
            <a:lvl9pPr algn="ctr">
              <a:buNone/>
              <a:defRPr sz="2175" b="1">
                <a:solidFill>
                  <a:srgbClr val="28764F"/>
                </a:solidFill>
                <a:latin typeface="Consolas"/>
                <a:ea typeface="Consolas"/>
                <a:cs typeface="Consolas"/>
              </a:defRPr>
            </a:lvl9pPr>
          </a:lstStyle>
          <a:p>
            <a:pPr algn="ctr">
              <a:buNone/>
              <a:defRPr sz="2175" b="1">
                <a:solidFill>
                  <a:srgbClr val="28764F"/>
                </a:solidFill>
                <a:latin typeface="Consolas"/>
                <a:ea typeface="Consolas"/>
                <a:cs typeface="Consolas"/>
              </a:defRPr>
            </a:pPr>
            <a:r>
              <a:rPr sz="2175" b="1">
                <a:solidFill>
                  <a:srgbClr val="28764F"/>
                </a:solidFill>
                <a:latin typeface="Consolas"/>
                <a:ea typeface="Consolas"/>
                <a:cs typeface="Consolas"/>
              </a:rPr>
              <a:t>0x6AA9 = 0x6AA9</a:t>
            </a:r>
          </a:p>
        </p:txBody>
      </p:sp>
      <p:sp>
        <p:nvSpPr>
          <p:cNvPr id="11" name="Text 231">
            <a:extLst>
              <a:ext uri="{FF2B5EF4-FFF2-40B4-BE49-F238E27FC236}">
                <a16:creationId xmlns:a16="http://schemas.microsoft.com/office/drawing/2014/main" id="{6EDD7EB0-22E5-4C6E-985C-67640540BD77}"/>
              </a:ext>
            </a:extLst>
          </p:cNvPr>
          <p:cNvSpPr>
            <a:spLocks noGrp="1"/>
          </p:cNvSpPr>
          <p:nvPr/>
        </p:nvSpPr>
        <p:spPr>
          <a:xfrm>
            <a:off x="8820150" y="1905000"/>
            <a:ext cx="2514600" cy="304800"/>
          </a:xfrm>
          <a:prstGeom prst="rect">
            <a:avLst/>
          </a:prstGeom>
          <a:noFill/>
          <a:ln w="0">
            <a:noFill/>
          </a:ln>
        </p:spPr>
        <p:txBody>
          <a:bodyPr wrap="square" lIns="0" tIns="0" rIns="0" bIns="0" anchor="t">
            <a:noAutofit/>
          </a:bodyPr>
          <a:lstStyle>
            <a:lvl1pPr algn="l">
              <a:buNone/>
              <a:defRPr sz="1725" b="1">
                <a:solidFill>
                  <a:srgbClr val="28764F"/>
                </a:solidFill>
                <a:latin typeface="Arial"/>
                <a:ea typeface="Arial"/>
                <a:cs typeface="Arial"/>
              </a:defRPr>
            </a:lvl1pPr>
            <a:lvl2pPr algn="l">
              <a:buNone/>
              <a:defRPr sz="1725" b="1">
                <a:solidFill>
                  <a:srgbClr val="28764F"/>
                </a:solidFill>
                <a:latin typeface="Arial"/>
                <a:ea typeface="Arial"/>
                <a:cs typeface="Arial"/>
              </a:defRPr>
            </a:lvl2pPr>
            <a:lvl3pPr algn="l">
              <a:buNone/>
              <a:defRPr sz="1725" b="1">
                <a:solidFill>
                  <a:srgbClr val="28764F"/>
                </a:solidFill>
                <a:latin typeface="Arial"/>
                <a:ea typeface="Arial"/>
                <a:cs typeface="Arial"/>
              </a:defRPr>
            </a:lvl3pPr>
            <a:lvl4pPr algn="l">
              <a:buNone/>
              <a:defRPr sz="1725" b="1">
                <a:solidFill>
                  <a:srgbClr val="28764F"/>
                </a:solidFill>
                <a:latin typeface="Arial"/>
                <a:ea typeface="Arial"/>
                <a:cs typeface="Arial"/>
              </a:defRPr>
            </a:lvl4pPr>
            <a:lvl5pPr algn="l">
              <a:buNone/>
              <a:defRPr sz="1725" b="1">
                <a:solidFill>
                  <a:srgbClr val="28764F"/>
                </a:solidFill>
                <a:latin typeface="Arial"/>
                <a:ea typeface="Arial"/>
                <a:cs typeface="Arial"/>
              </a:defRPr>
            </a:lvl5pPr>
            <a:lvl6pPr algn="l">
              <a:buNone/>
              <a:defRPr sz="1725" b="1">
                <a:solidFill>
                  <a:srgbClr val="28764F"/>
                </a:solidFill>
                <a:latin typeface="Arial"/>
                <a:ea typeface="Arial"/>
                <a:cs typeface="Arial"/>
              </a:defRPr>
            </a:lvl6pPr>
            <a:lvl7pPr algn="l">
              <a:buNone/>
              <a:defRPr sz="1725" b="1">
                <a:solidFill>
                  <a:srgbClr val="28764F"/>
                </a:solidFill>
                <a:latin typeface="Arial"/>
                <a:ea typeface="Arial"/>
                <a:cs typeface="Arial"/>
              </a:defRPr>
            </a:lvl7pPr>
            <a:lvl8pPr algn="l">
              <a:buNone/>
              <a:defRPr sz="1725" b="1">
                <a:solidFill>
                  <a:srgbClr val="28764F"/>
                </a:solidFill>
                <a:latin typeface="Arial"/>
                <a:ea typeface="Arial"/>
                <a:cs typeface="Arial"/>
              </a:defRPr>
            </a:lvl8pPr>
            <a:lvl9pPr algn="l">
              <a:buNone/>
              <a:defRPr sz="1725" b="1">
                <a:solidFill>
                  <a:srgbClr val="28764F"/>
                </a:solidFill>
                <a:latin typeface="Arial"/>
                <a:ea typeface="Arial"/>
                <a:cs typeface="Arial"/>
              </a:defRPr>
            </a:lvl9pPr>
          </a:lstStyle>
          <a:p>
            <a:pPr algn="l">
              <a:buNone/>
              <a:defRPr sz="1725" b="1">
                <a:solidFill>
                  <a:srgbClr val="28764F"/>
                </a:solidFill>
                <a:latin typeface="Arial"/>
                <a:ea typeface="Arial"/>
                <a:cs typeface="Arial"/>
              </a:defRPr>
            </a:pPr>
            <a:r>
              <a:rPr sz="1725" b="1">
                <a:solidFill>
                  <a:srgbClr val="28764F"/>
                </a:solidFill>
                <a:latin typeface="Arial"/>
                <a:ea typeface="Arial"/>
                <a:cs typeface="Arial"/>
              </a:rPr>
              <a:t>Example frame 656</a:t>
            </a:r>
          </a:p>
        </p:txBody>
      </p:sp>
      <p:sp>
        <p:nvSpPr>
          <p:cNvPr id="12" name="Text 232">
            <a:extLst>
              <a:ext uri="{FF2B5EF4-FFF2-40B4-BE49-F238E27FC236}">
                <a16:creationId xmlns:a16="http://schemas.microsoft.com/office/drawing/2014/main" id="{F023C34A-B90E-4A8C-9906-E3EA44DE484F}"/>
              </a:ext>
            </a:extLst>
          </p:cNvPr>
          <p:cNvSpPr>
            <a:spLocks noGrp="1"/>
          </p:cNvSpPr>
          <p:nvPr/>
        </p:nvSpPr>
        <p:spPr>
          <a:xfrm>
            <a:off x="8820150" y="2400300"/>
            <a:ext cx="2514600" cy="1695450"/>
          </a:xfrm>
          <a:prstGeom prst="rect">
            <a:avLst/>
          </a:prstGeom>
          <a:noFill/>
          <a:ln w="0">
            <a:noFill/>
          </a:ln>
        </p:spPr>
        <p:txBody>
          <a:bodyPr wrap="square" lIns="0" tIns="0" rIns="0" bIns="0" anchor="t">
            <a:noAutofit/>
          </a:bodyPr>
          <a:lstStyle>
            <a:lvl1pPr algn="l">
              <a:buNone/>
              <a:defRPr sz="1875" b="0">
                <a:solidFill>
                  <a:srgbClr val="20334A"/>
                </a:solidFill>
                <a:latin typeface="Arial"/>
                <a:ea typeface="Arial"/>
                <a:cs typeface="Arial"/>
              </a:defRPr>
            </a:lvl1pPr>
            <a:lvl2pPr algn="l">
              <a:buNone/>
              <a:defRPr sz="1875" b="0">
                <a:solidFill>
                  <a:srgbClr val="20334A"/>
                </a:solidFill>
                <a:latin typeface="Arial"/>
                <a:ea typeface="Arial"/>
                <a:cs typeface="Arial"/>
              </a:defRPr>
            </a:lvl2pPr>
            <a:lvl3pPr algn="l">
              <a:buNone/>
              <a:defRPr sz="1875" b="0">
                <a:solidFill>
                  <a:srgbClr val="20334A"/>
                </a:solidFill>
                <a:latin typeface="Arial"/>
                <a:ea typeface="Arial"/>
                <a:cs typeface="Arial"/>
              </a:defRPr>
            </a:lvl3pPr>
            <a:lvl4pPr algn="l">
              <a:buNone/>
              <a:defRPr sz="1875" b="0">
                <a:solidFill>
                  <a:srgbClr val="20334A"/>
                </a:solidFill>
                <a:latin typeface="Arial"/>
                <a:ea typeface="Arial"/>
                <a:cs typeface="Arial"/>
              </a:defRPr>
            </a:lvl4pPr>
            <a:lvl5pPr algn="l">
              <a:buNone/>
              <a:defRPr sz="1875" b="0">
                <a:solidFill>
                  <a:srgbClr val="20334A"/>
                </a:solidFill>
                <a:latin typeface="Arial"/>
                <a:ea typeface="Arial"/>
                <a:cs typeface="Arial"/>
              </a:defRPr>
            </a:lvl5pPr>
            <a:lvl6pPr algn="l">
              <a:buNone/>
              <a:defRPr sz="1875" b="0">
                <a:solidFill>
                  <a:srgbClr val="20334A"/>
                </a:solidFill>
                <a:latin typeface="Arial"/>
                <a:ea typeface="Arial"/>
                <a:cs typeface="Arial"/>
              </a:defRPr>
            </a:lvl6pPr>
            <a:lvl7pPr algn="l">
              <a:buNone/>
              <a:defRPr sz="1875" b="0">
                <a:solidFill>
                  <a:srgbClr val="20334A"/>
                </a:solidFill>
                <a:latin typeface="Arial"/>
                <a:ea typeface="Arial"/>
                <a:cs typeface="Arial"/>
              </a:defRPr>
            </a:lvl7pPr>
            <a:lvl8pPr algn="l">
              <a:buNone/>
              <a:defRPr sz="1875" b="0">
                <a:solidFill>
                  <a:srgbClr val="20334A"/>
                </a:solidFill>
                <a:latin typeface="Arial"/>
                <a:ea typeface="Arial"/>
                <a:cs typeface="Arial"/>
              </a:defRPr>
            </a:lvl8pPr>
            <a:lvl9pPr algn="l">
              <a:buNone/>
              <a:defRPr sz="1875" b="0">
                <a:solidFill>
                  <a:srgbClr val="20334A"/>
                </a:solidFill>
                <a:latin typeface="Arial"/>
                <a:ea typeface="Arial"/>
                <a:cs typeface="Arial"/>
              </a:defRPr>
            </a:lvl9pPr>
          </a:lstStyle>
          <a:p>
            <a:pPr algn="l">
              <a:buNone/>
              <a:defRPr sz="1875" b="0">
                <a:solidFill>
                  <a:srgbClr val="20334A"/>
                </a:solidFill>
                <a:latin typeface="Arial"/>
                <a:ea typeface="Arial"/>
                <a:cs typeface="Arial"/>
              </a:defRPr>
            </a:pPr>
            <a:r>
              <a:rPr sz="1875" b="0">
                <a:solidFill>
                  <a:srgbClr val="20334A"/>
                </a:solidFill>
                <a:latin typeface="Arial"/>
                <a:ea typeface="Arial"/>
                <a:cs typeface="Arial"/>
              </a:rPr>
              <a:t>24.56 °C</a:t>
            </a:r>
          </a:p>
          <a:p>
            <a:pPr algn="l">
              <a:buNone/>
              <a:defRPr sz="1875" b="0">
                <a:solidFill>
                  <a:srgbClr val="20334A"/>
                </a:solidFill>
                <a:latin typeface="Arial"/>
                <a:ea typeface="Arial"/>
                <a:cs typeface="Arial"/>
              </a:defRPr>
            </a:pPr>
            <a:r>
              <a:rPr sz="1875" b="0">
                <a:solidFill>
                  <a:srgbClr val="20334A"/>
                </a:solidFill>
                <a:latin typeface="Arial"/>
                <a:ea typeface="Arial"/>
                <a:cs typeface="Arial"/>
              </a:rPr>
              <a:t>7,404 mV</a:t>
            </a:r>
          </a:p>
          <a:p>
            <a:pPr algn="l">
              <a:buNone/>
              <a:defRPr sz="1875" b="0">
                <a:solidFill>
                  <a:srgbClr val="20334A"/>
                </a:solidFill>
                <a:latin typeface="Arial"/>
                <a:ea typeface="Arial"/>
                <a:cs typeface="Arial"/>
              </a:defRPr>
            </a:pPr>
            <a:r>
              <a:rPr sz="1875" b="0">
                <a:solidFill>
                  <a:srgbClr val="20334A"/>
                </a:solidFill>
                <a:latin typeface="Arial"/>
                <a:ea typeface="Arial"/>
                <a:cs typeface="Arial"/>
              </a:rPr>
              <a:t>520,656 m</a:t>
            </a:r>
          </a:p>
          <a:p>
            <a:pPr algn="l">
              <a:buNone/>
              <a:defRPr sz="1875" b="0">
                <a:solidFill>
                  <a:srgbClr val="20334A"/>
                </a:solidFill>
                <a:latin typeface="Arial"/>
                <a:ea typeface="Arial"/>
                <a:cs typeface="Arial"/>
              </a:defRPr>
            </a:pPr>
            <a:r>
              <a:rPr sz="1875" b="0">
                <a:solidFill>
                  <a:srgbClr val="20334A"/>
                </a:solidFill>
                <a:latin typeface="Arial"/>
                <a:ea typeface="Arial"/>
                <a:cs typeface="Arial"/>
              </a:rPr>
              <a:t>656 s simulated uptime</a:t>
            </a:r>
          </a:p>
        </p:txBody>
      </p:sp>
      <p:sp>
        <p:nvSpPr>
          <p:cNvPr id="13" name="Diagram 233">
            <a:extLst>
              <a:ext uri="{FF2B5EF4-FFF2-40B4-BE49-F238E27FC236}">
                <a16:creationId xmlns:a16="http://schemas.microsoft.com/office/drawing/2014/main" id="{82D2BDC0-658A-4631-9CBD-A5ED4BBAF2DB}"/>
              </a:ext>
            </a:extLst>
          </p:cNvPr>
          <p:cNvSpPr>
            <a:spLocks noGrp="1"/>
          </p:cNvSpPr>
          <p:nvPr/>
        </p:nvSpPr>
        <p:spPr>
          <a:xfrm>
            <a:off x="685800" y="4572000"/>
            <a:ext cx="2857500" cy="800100"/>
          </a:xfrm>
          <a:prstGeom prst="rect">
            <a:avLst/>
          </a:prstGeom>
          <a:solidFill>
            <a:srgbClr val="FAEEEC"/>
          </a:solidFill>
          <a:ln w="14288">
            <a:solidFill>
              <a:srgbClr val="A74038"/>
            </a:solidFill>
          </a:ln>
        </p:spPr>
        <p:txBody>
          <a:bodyPr wrap="square" lIns="114300" tIns="114300" rIns="114300" bIns="114300" anchor="ctr">
            <a:noAutofit/>
          </a:bodyPr>
          <a:lstStyle>
            <a:lvl1pPr algn="ctr">
              <a:buNone/>
              <a:defRPr sz="1800" b="0">
                <a:solidFill>
                  <a:srgbClr val="A74038"/>
                </a:solidFill>
                <a:latin typeface="Arial"/>
                <a:ea typeface="Arial"/>
                <a:cs typeface="Arial"/>
              </a:defRPr>
            </a:lvl1pPr>
            <a:lvl2pPr algn="ctr">
              <a:buNone/>
              <a:defRPr sz="1800" b="0">
                <a:solidFill>
                  <a:srgbClr val="A74038"/>
                </a:solidFill>
                <a:latin typeface="Arial"/>
                <a:ea typeface="Arial"/>
                <a:cs typeface="Arial"/>
              </a:defRPr>
            </a:lvl2pPr>
            <a:lvl3pPr algn="ctr">
              <a:buNone/>
              <a:defRPr sz="1800" b="0">
                <a:solidFill>
                  <a:srgbClr val="A74038"/>
                </a:solidFill>
                <a:latin typeface="Arial"/>
                <a:ea typeface="Arial"/>
                <a:cs typeface="Arial"/>
              </a:defRPr>
            </a:lvl3pPr>
            <a:lvl4pPr algn="ctr">
              <a:buNone/>
              <a:defRPr sz="1800" b="0">
                <a:solidFill>
                  <a:srgbClr val="A74038"/>
                </a:solidFill>
                <a:latin typeface="Arial"/>
                <a:ea typeface="Arial"/>
                <a:cs typeface="Arial"/>
              </a:defRPr>
            </a:lvl4pPr>
            <a:lvl5pPr algn="ctr">
              <a:buNone/>
              <a:defRPr sz="1800" b="0">
                <a:solidFill>
                  <a:srgbClr val="A74038"/>
                </a:solidFill>
                <a:latin typeface="Arial"/>
                <a:ea typeface="Arial"/>
                <a:cs typeface="Arial"/>
              </a:defRPr>
            </a:lvl5pPr>
            <a:lvl6pPr algn="ctr">
              <a:buNone/>
              <a:defRPr sz="1800" b="0">
                <a:solidFill>
                  <a:srgbClr val="A74038"/>
                </a:solidFill>
                <a:latin typeface="Arial"/>
                <a:ea typeface="Arial"/>
                <a:cs typeface="Arial"/>
              </a:defRPr>
            </a:lvl6pPr>
            <a:lvl7pPr algn="ctr">
              <a:buNone/>
              <a:defRPr sz="1800" b="0">
                <a:solidFill>
                  <a:srgbClr val="A74038"/>
                </a:solidFill>
                <a:latin typeface="Arial"/>
                <a:ea typeface="Arial"/>
                <a:cs typeface="Arial"/>
              </a:defRPr>
            </a:lvl7pPr>
            <a:lvl8pPr algn="ctr">
              <a:buNone/>
              <a:defRPr sz="1800" b="0">
                <a:solidFill>
                  <a:srgbClr val="A74038"/>
                </a:solidFill>
                <a:latin typeface="Arial"/>
                <a:ea typeface="Arial"/>
                <a:cs typeface="Arial"/>
              </a:defRPr>
            </a:lvl8pPr>
            <a:lvl9pPr algn="ctr">
              <a:buNone/>
              <a:defRPr sz="1800" b="0">
                <a:solidFill>
                  <a:srgbClr val="A74038"/>
                </a:solidFill>
                <a:latin typeface="Arial"/>
                <a:ea typeface="Arial"/>
                <a:cs typeface="Arial"/>
              </a:defRPr>
            </a:lvl9pPr>
          </a:lstStyle>
          <a:p>
            <a:pPr algn="ctr">
              <a:buNone/>
              <a:defRPr sz="1800" b="0">
                <a:solidFill>
                  <a:srgbClr val="A74038"/>
                </a:solidFill>
                <a:latin typeface="Arial"/>
                <a:ea typeface="Arial"/>
                <a:cs typeface="Arial"/>
              </a:defRPr>
            </a:pPr>
            <a:r>
              <a:rPr sz="1800" b="0">
                <a:solidFill>
                  <a:srgbClr val="A74038"/>
                </a:solidFill>
                <a:latin typeface="Arial"/>
                <a:ea typeface="Arial"/>
                <a:cs typeface="Arial"/>
              </a:rPr>
              <a:t>Rejected candidate</a:t>
            </a:r>
          </a:p>
          <a:p>
            <a:pPr algn="ctr">
              <a:buNone/>
              <a:defRPr sz="1800" b="0">
                <a:solidFill>
                  <a:srgbClr val="A74038"/>
                </a:solidFill>
                <a:latin typeface="Arial"/>
                <a:ea typeface="Arial"/>
                <a:cs typeface="Arial"/>
              </a:defRPr>
            </a:pPr>
            <a:r>
              <a:rPr sz="1800" b="0">
                <a:solidFill>
                  <a:srgbClr val="A74038"/>
                </a:solidFill>
                <a:latin typeface="Arial"/>
                <a:ea typeface="Arial"/>
                <a:cs typeface="Arial"/>
              </a:rPr>
              <a:t>Resume marker search</a:t>
            </a:r>
          </a:p>
        </p:txBody>
      </p:sp>
      <p:cxnSp>
        <p:nvCxnSpPr>
          <p:cNvPr id="31" name="Connector 234"/>
          <p:cNvCxnSpPr/>
          <p:nvPr/>
        </p:nvCxnSpPr>
        <p:spPr>
          <a:xfrm>
            <a:off x="5619750" y="3486150"/>
            <a:ext cx="0" cy="1485900"/>
          </a:xfrm>
          <a:prstGeom prst="straightConnector1">
            <a:avLst/>
          </a:prstGeom>
          <a:ln w="19050">
            <a:solidFill>
              <a:srgbClr val="A74038"/>
            </a:solidFill>
            <a:prstDash val="solid"/>
            <a:tailEnd type="none" w="med" len="med"/>
          </a:ln>
        </p:spPr>
      </p:cxnSp>
      <p:cxnSp>
        <p:nvCxnSpPr>
          <p:cNvPr id="32" name="Connector 235"/>
          <p:cNvCxnSpPr/>
          <p:nvPr/>
        </p:nvCxnSpPr>
        <p:spPr>
          <a:xfrm flipH="1">
            <a:off x="3543300" y="4972050"/>
            <a:ext cx="2076450" cy="0"/>
          </a:xfrm>
          <a:prstGeom prst="straightConnector1">
            <a:avLst/>
          </a:prstGeom>
          <a:ln w="19050">
            <a:solidFill>
              <a:srgbClr val="A74038"/>
            </a:solidFill>
            <a:prstDash val="solid"/>
            <a:tailEnd type="triangle" w="med" len="med"/>
          </a:ln>
        </p:spPr>
      </p:cxnSp>
      <p:sp>
        <p:nvSpPr>
          <p:cNvPr id="16" name="Text 236">
            <a:extLst>
              <a:ext uri="{FF2B5EF4-FFF2-40B4-BE49-F238E27FC236}">
                <a16:creationId xmlns:a16="http://schemas.microsoft.com/office/drawing/2014/main" id="{1212D05F-62EF-4053-8A51-224CAD6EDB93}"/>
              </a:ext>
            </a:extLst>
          </p:cNvPr>
          <p:cNvSpPr>
            <a:spLocks noGrp="1"/>
          </p:cNvSpPr>
          <p:nvPr/>
        </p:nvSpPr>
        <p:spPr>
          <a:xfrm>
            <a:off x="5819775" y="4162425"/>
            <a:ext cx="2343150" cy="333375"/>
          </a:xfrm>
          <a:prstGeom prst="rect">
            <a:avLst/>
          </a:prstGeom>
          <a:noFill/>
          <a:ln w="0">
            <a:noFill/>
          </a:ln>
        </p:spPr>
        <p:txBody>
          <a:bodyPr wrap="square" lIns="0" tIns="0" rIns="0" bIns="0" anchor="t">
            <a:noAutofit/>
          </a:bodyPr>
          <a:lstStyle>
            <a:lvl1pPr algn="l">
              <a:buNone/>
              <a:defRPr sz="1725" b="0">
                <a:solidFill>
                  <a:srgbClr val="A74038"/>
                </a:solidFill>
                <a:latin typeface="Arial"/>
                <a:ea typeface="Arial"/>
                <a:cs typeface="Arial"/>
              </a:defRPr>
            </a:lvl1pPr>
            <a:lvl2pPr algn="l">
              <a:buNone/>
              <a:defRPr sz="1725" b="0">
                <a:solidFill>
                  <a:srgbClr val="A74038"/>
                </a:solidFill>
                <a:latin typeface="Arial"/>
                <a:ea typeface="Arial"/>
                <a:cs typeface="Arial"/>
              </a:defRPr>
            </a:lvl2pPr>
            <a:lvl3pPr algn="l">
              <a:buNone/>
              <a:defRPr sz="1725" b="0">
                <a:solidFill>
                  <a:srgbClr val="A74038"/>
                </a:solidFill>
                <a:latin typeface="Arial"/>
                <a:ea typeface="Arial"/>
                <a:cs typeface="Arial"/>
              </a:defRPr>
            </a:lvl3pPr>
            <a:lvl4pPr algn="l">
              <a:buNone/>
              <a:defRPr sz="1725" b="0">
                <a:solidFill>
                  <a:srgbClr val="A74038"/>
                </a:solidFill>
                <a:latin typeface="Arial"/>
                <a:ea typeface="Arial"/>
                <a:cs typeface="Arial"/>
              </a:defRPr>
            </a:lvl4pPr>
            <a:lvl5pPr algn="l">
              <a:buNone/>
              <a:defRPr sz="1725" b="0">
                <a:solidFill>
                  <a:srgbClr val="A74038"/>
                </a:solidFill>
                <a:latin typeface="Arial"/>
                <a:ea typeface="Arial"/>
                <a:cs typeface="Arial"/>
              </a:defRPr>
            </a:lvl5pPr>
            <a:lvl6pPr algn="l">
              <a:buNone/>
              <a:defRPr sz="1725" b="0">
                <a:solidFill>
                  <a:srgbClr val="A74038"/>
                </a:solidFill>
                <a:latin typeface="Arial"/>
                <a:ea typeface="Arial"/>
                <a:cs typeface="Arial"/>
              </a:defRPr>
            </a:lvl6pPr>
            <a:lvl7pPr algn="l">
              <a:buNone/>
              <a:defRPr sz="1725" b="0">
                <a:solidFill>
                  <a:srgbClr val="A74038"/>
                </a:solidFill>
                <a:latin typeface="Arial"/>
                <a:ea typeface="Arial"/>
                <a:cs typeface="Arial"/>
              </a:defRPr>
            </a:lvl7pPr>
            <a:lvl8pPr algn="l">
              <a:buNone/>
              <a:defRPr sz="1725" b="0">
                <a:solidFill>
                  <a:srgbClr val="A74038"/>
                </a:solidFill>
                <a:latin typeface="Arial"/>
                <a:ea typeface="Arial"/>
                <a:cs typeface="Arial"/>
              </a:defRPr>
            </a:lvl8pPr>
            <a:lvl9pPr algn="l">
              <a:buNone/>
              <a:defRPr sz="1725" b="0">
                <a:solidFill>
                  <a:srgbClr val="A74038"/>
                </a:solidFill>
                <a:latin typeface="Arial"/>
                <a:ea typeface="Arial"/>
                <a:cs typeface="Arial"/>
              </a:defRPr>
            </a:lvl9pPr>
          </a:lstStyle>
          <a:p>
            <a:pPr algn="l">
              <a:buNone/>
              <a:defRPr sz="1725" b="0">
                <a:solidFill>
                  <a:srgbClr val="A74038"/>
                </a:solidFill>
                <a:latin typeface="Arial"/>
                <a:ea typeface="Arial"/>
                <a:cs typeface="Arial"/>
              </a:defRPr>
            </a:pPr>
            <a:r>
              <a:rPr sz="1725" b="0">
                <a:solidFill>
                  <a:srgbClr val="A74038"/>
                </a:solidFill>
                <a:latin typeface="Arial"/>
                <a:ea typeface="Arial"/>
                <a:cs typeface="Arial"/>
              </a:rPr>
              <a:t>CRC differs</a:t>
            </a:r>
          </a:p>
        </p:txBody>
      </p:sp>
      <p:sp>
        <p:nvSpPr>
          <p:cNvPr id="17" name="Text 237">
            <a:extLst>
              <a:ext uri="{FF2B5EF4-FFF2-40B4-BE49-F238E27FC236}">
                <a16:creationId xmlns:a16="http://schemas.microsoft.com/office/drawing/2014/main" id="{FD619ABE-F129-4968-B806-EB8F910BF50F}"/>
              </a:ext>
            </a:extLst>
          </p:cNvPr>
          <p:cNvSpPr>
            <a:spLocks noGrp="1"/>
          </p:cNvSpPr>
          <p:nvPr/>
        </p:nvSpPr>
        <p:spPr>
          <a:xfrm>
            <a:off x="685800" y="5495925"/>
            <a:ext cx="10820400" cy="685800"/>
          </a:xfrm>
          <a:prstGeom prst="rect">
            <a:avLst/>
          </a:prstGeom>
          <a:noFill/>
          <a:ln w="0">
            <a:noFill/>
          </a:ln>
        </p:spPr>
        <p:txBody>
          <a:bodyPr wrap="square" lIns="0" tIns="0" rIns="0" bIns="0" anchor="t">
            <a:noAutofit/>
          </a:bodyPr>
          <a:lstStyle>
            <a:lvl1pPr algn="l">
              <a:buNone/>
              <a:defRPr sz="1650" b="0">
                <a:solidFill>
                  <a:srgbClr val="20334A"/>
                </a:solidFill>
                <a:latin typeface="Arial"/>
                <a:ea typeface="Arial"/>
                <a:cs typeface="Arial"/>
              </a:defRPr>
            </a:lvl1pPr>
            <a:lvl2pPr algn="l">
              <a:buNone/>
              <a:defRPr sz="1650" b="0">
                <a:solidFill>
                  <a:srgbClr val="20334A"/>
                </a:solidFill>
                <a:latin typeface="Arial"/>
                <a:ea typeface="Arial"/>
                <a:cs typeface="Arial"/>
              </a:defRPr>
            </a:lvl2pPr>
            <a:lvl3pPr algn="l">
              <a:buNone/>
              <a:defRPr sz="1650" b="0">
                <a:solidFill>
                  <a:srgbClr val="20334A"/>
                </a:solidFill>
                <a:latin typeface="Arial"/>
                <a:ea typeface="Arial"/>
                <a:cs typeface="Arial"/>
              </a:defRPr>
            </a:lvl3pPr>
            <a:lvl4pPr algn="l">
              <a:buNone/>
              <a:defRPr sz="1650" b="0">
                <a:solidFill>
                  <a:srgbClr val="20334A"/>
                </a:solidFill>
                <a:latin typeface="Arial"/>
                <a:ea typeface="Arial"/>
                <a:cs typeface="Arial"/>
              </a:defRPr>
            </a:lvl4pPr>
            <a:lvl5pPr algn="l">
              <a:buNone/>
              <a:defRPr sz="1650" b="0">
                <a:solidFill>
                  <a:srgbClr val="20334A"/>
                </a:solidFill>
                <a:latin typeface="Arial"/>
                <a:ea typeface="Arial"/>
                <a:cs typeface="Arial"/>
              </a:defRPr>
            </a:lvl5pPr>
            <a:lvl6pPr algn="l">
              <a:buNone/>
              <a:defRPr sz="1650" b="0">
                <a:solidFill>
                  <a:srgbClr val="20334A"/>
                </a:solidFill>
                <a:latin typeface="Arial"/>
                <a:ea typeface="Arial"/>
                <a:cs typeface="Arial"/>
              </a:defRPr>
            </a:lvl6pPr>
            <a:lvl7pPr algn="l">
              <a:buNone/>
              <a:defRPr sz="1650" b="0">
                <a:solidFill>
                  <a:srgbClr val="20334A"/>
                </a:solidFill>
                <a:latin typeface="Arial"/>
                <a:ea typeface="Arial"/>
                <a:cs typeface="Arial"/>
              </a:defRPr>
            </a:lvl7pPr>
            <a:lvl8pPr algn="l">
              <a:buNone/>
              <a:defRPr sz="1650" b="0">
                <a:solidFill>
                  <a:srgbClr val="20334A"/>
                </a:solidFill>
                <a:latin typeface="Arial"/>
                <a:ea typeface="Arial"/>
                <a:cs typeface="Arial"/>
              </a:defRPr>
            </a:lvl8pPr>
            <a:lvl9pPr algn="l">
              <a:buNone/>
              <a:defRPr sz="1650" b="0">
                <a:solidFill>
                  <a:srgbClr val="20334A"/>
                </a:solidFill>
                <a:latin typeface="Arial"/>
                <a:ea typeface="Arial"/>
                <a:cs typeface="Arial"/>
              </a:defRPr>
            </a:lvl9pPr>
          </a:lstStyle>
          <a:p>
            <a:pPr marL="215900" indent="-101600" algn="l">
              <a:spcAft>
                <a:spcPts val="900"/>
              </a:spcAft>
              <a:buChar char="•"/>
              <a:defRPr sz="1650" b="0">
                <a:solidFill>
                  <a:srgbClr val="20334A"/>
                </a:solidFill>
                <a:latin typeface="Arial"/>
                <a:ea typeface="Arial"/>
                <a:cs typeface="Arial"/>
              </a:defRPr>
            </a:pPr>
            <a:r>
              <a:t>Only accepted frames update the displayed readings.</a:t>
            </a:r>
          </a:p>
          <a:p>
            <a:pPr marL="215900" indent="-101600" algn="l">
              <a:spcAft>
                <a:spcPts val="900"/>
              </a:spcAft>
              <a:buChar char="•"/>
              <a:defRPr sz="1650" b="0">
                <a:solidFill>
                  <a:srgbClr val="20334A"/>
                </a:solidFill>
                <a:latin typeface="Arial"/>
                <a:ea typeface="Arial"/>
                <a:cs typeface="Arial"/>
              </a:defRPr>
            </a:pPr>
            <a:r>
              <a:t>A matching CRC means no corruption was detected. It does not repair data.</a:t>
            </a:r>
          </a:p>
        </p:txBody>
      </p:sp>
    </p:spTree>
    <p:extLst>
      <p:ext uri="{BB962C8B-B14F-4D97-AF65-F5344CB8AC3E}">
        <p14:creationId xmlns:p14="http://schemas.microsoft.com/office/powerpoint/2010/main" val="396388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20E4687D-1BCA-47C5-9C55-49E119C610FC}"/>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Recovery after a damaged candidate</a:t>
            </a:r>
          </a:p>
        </p:txBody>
      </p:sp>
      <p:sp>
        <p:nvSpPr>
          <p:cNvPr id="4" name="Text 240">
            <a:extLst>
              <a:ext uri="{FF2B5EF4-FFF2-40B4-BE49-F238E27FC236}">
                <a16:creationId xmlns:a16="http://schemas.microsoft.com/office/drawing/2014/main" id="{642AFFBD-E502-434D-BF6D-6F72C61B7A6E}"/>
              </a:ext>
            </a:extLst>
          </p:cNvPr>
          <p:cNvSpPr>
            <a:spLocks noGrp="1"/>
          </p:cNvSpPr>
          <p:nvPr/>
        </p:nvSpPr>
        <p:spPr>
          <a:xfrm>
            <a:off x="685800" y="1333500"/>
            <a:ext cx="10820400" cy="400050"/>
          </a:xfrm>
          <a:prstGeom prst="rect">
            <a:avLst/>
          </a:prstGeom>
          <a:noFill/>
          <a:ln w="0">
            <a:noFill/>
          </a:ln>
        </p:spPr>
        <p:txBody>
          <a:bodyPr wrap="square" lIns="0" tIns="0" rIns="0" bIns="0" anchor="t">
            <a:noAutofit/>
          </a:bodyPr>
          <a:lstStyle>
            <a:lvl1pPr algn="l">
              <a:buNone/>
              <a:defRPr sz="2100" b="1">
                <a:solidFill>
                  <a:srgbClr val="20334A"/>
                </a:solidFill>
                <a:latin typeface="Arial"/>
                <a:ea typeface="Arial"/>
                <a:cs typeface="Arial"/>
              </a:defRPr>
            </a:lvl1pPr>
            <a:lvl2pPr algn="l">
              <a:buNone/>
              <a:defRPr sz="2100" b="1">
                <a:solidFill>
                  <a:srgbClr val="20334A"/>
                </a:solidFill>
                <a:latin typeface="Arial"/>
                <a:ea typeface="Arial"/>
                <a:cs typeface="Arial"/>
              </a:defRPr>
            </a:lvl2pPr>
            <a:lvl3pPr algn="l">
              <a:buNone/>
              <a:defRPr sz="2100" b="1">
                <a:solidFill>
                  <a:srgbClr val="20334A"/>
                </a:solidFill>
                <a:latin typeface="Arial"/>
                <a:ea typeface="Arial"/>
                <a:cs typeface="Arial"/>
              </a:defRPr>
            </a:lvl3pPr>
            <a:lvl4pPr algn="l">
              <a:buNone/>
              <a:defRPr sz="2100" b="1">
                <a:solidFill>
                  <a:srgbClr val="20334A"/>
                </a:solidFill>
                <a:latin typeface="Arial"/>
                <a:ea typeface="Arial"/>
                <a:cs typeface="Arial"/>
              </a:defRPr>
            </a:lvl4pPr>
            <a:lvl5pPr algn="l">
              <a:buNone/>
              <a:defRPr sz="2100" b="1">
                <a:solidFill>
                  <a:srgbClr val="20334A"/>
                </a:solidFill>
                <a:latin typeface="Arial"/>
                <a:ea typeface="Arial"/>
                <a:cs typeface="Arial"/>
              </a:defRPr>
            </a:lvl5pPr>
            <a:lvl6pPr algn="l">
              <a:buNone/>
              <a:defRPr sz="2100" b="1">
                <a:solidFill>
                  <a:srgbClr val="20334A"/>
                </a:solidFill>
                <a:latin typeface="Arial"/>
                <a:ea typeface="Arial"/>
                <a:cs typeface="Arial"/>
              </a:defRPr>
            </a:lvl6pPr>
            <a:lvl7pPr algn="l">
              <a:buNone/>
              <a:defRPr sz="2100" b="1">
                <a:solidFill>
                  <a:srgbClr val="20334A"/>
                </a:solidFill>
                <a:latin typeface="Arial"/>
                <a:ea typeface="Arial"/>
                <a:cs typeface="Arial"/>
              </a:defRPr>
            </a:lvl7pPr>
            <a:lvl8pPr algn="l">
              <a:buNone/>
              <a:defRPr sz="2100" b="1">
                <a:solidFill>
                  <a:srgbClr val="20334A"/>
                </a:solidFill>
                <a:latin typeface="Arial"/>
                <a:ea typeface="Arial"/>
                <a:cs typeface="Arial"/>
              </a:defRPr>
            </a:lvl8pPr>
            <a:lvl9pPr algn="l">
              <a:buNone/>
              <a:defRPr sz="2100" b="1">
                <a:solidFill>
                  <a:srgbClr val="20334A"/>
                </a:solidFill>
                <a:latin typeface="Arial"/>
                <a:ea typeface="Arial"/>
                <a:cs typeface="Arial"/>
              </a:defRPr>
            </a:lvl9pPr>
          </a:lstStyle>
          <a:p>
            <a:pPr algn="l">
              <a:buNone/>
              <a:defRPr sz="2100" b="1">
                <a:solidFill>
                  <a:srgbClr val="20334A"/>
                </a:solidFill>
                <a:latin typeface="Arial"/>
                <a:ea typeface="Arial"/>
                <a:cs typeface="Arial"/>
              </a:defRPr>
            </a:pPr>
            <a:r>
              <a:rPr sz="2100" b="1">
                <a:solidFill>
                  <a:srgbClr val="20334A"/>
                </a:solidFill>
                <a:latin typeface="Arial"/>
                <a:ea typeface="Arial"/>
                <a:cs typeface="Arial"/>
              </a:rPr>
              <a:t>The receiver rejects the candidate and keeps running</a:t>
            </a:r>
          </a:p>
        </p:txBody>
      </p:sp>
      <p:sp>
        <p:nvSpPr>
          <p:cNvPr id="5" name="Diagram 241">
            <a:extLst>
              <a:ext uri="{FF2B5EF4-FFF2-40B4-BE49-F238E27FC236}">
                <a16:creationId xmlns:a16="http://schemas.microsoft.com/office/drawing/2014/main" id="{5F30C121-6CE2-4DDE-B5A9-27B052F59000}"/>
              </a:ext>
            </a:extLst>
          </p:cNvPr>
          <p:cNvSpPr>
            <a:spLocks noGrp="1"/>
          </p:cNvSpPr>
          <p:nvPr/>
        </p:nvSpPr>
        <p:spPr>
          <a:xfrm>
            <a:off x="685800" y="2190750"/>
            <a:ext cx="2857500" cy="838200"/>
          </a:xfrm>
          <a:prstGeom prst="rect">
            <a:avLst/>
          </a:prstGeom>
          <a:solidFill>
            <a:srgbClr val="EAF4ED"/>
          </a:solidFill>
          <a:ln w="14288">
            <a:solidFill>
              <a:srgbClr val="28764F"/>
            </a:solidFill>
          </a:ln>
        </p:spPr>
        <p:txBody>
          <a:bodyPr wrap="square" lIns="114300" tIns="114300" rIns="114300" bIns="114300" anchor="ctr">
            <a:noAutofit/>
          </a:bodyPr>
          <a:lstStyle>
            <a:lvl1pPr algn="ctr">
              <a:buNone/>
              <a:defRPr sz="1875" b="0">
                <a:solidFill>
                  <a:srgbClr val="28764F"/>
                </a:solidFill>
                <a:latin typeface="Arial"/>
                <a:ea typeface="Arial"/>
                <a:cs typeface="Arial"/>
              </a:defRPr>
            </a:lvl1pPr>
            <a:lvl2pPr algn="ctr">
              <a:buNone/>
              <a:defRPr sz="1875" b="0">
                <a:solidFill>
                  <a:srgbClr val="28764F"/>
                </a:solidFill>
                <a:latin typeface="Arial"/>
                <a:ea typeface="Arial"/>
                <a:cs typeface="Arial"/>
              </a:defRPr>
            </a:lvl2pPr>
            <a:lvl3pPr algn="ctr">
              <a:buNone/>
              <a:defRPr sz="1875" b="0">
                <a:solidFill>
                  <a:srgbClr val="28764F"/>
                </a:solidFill>
                <a:latin typeface="Arial"/>
                <a:ea typeface="Arial"/>
                <a:cs typeface="Arial"/>
              </a:defRPr>
            </a:lvl3pPr>
            <a:lvl4pPr algn="ctr">
              <a:buNone/>
              <a:defRPr sz="1875" b="0">
                <a:solidFill>
                  <a:srgbClr val="28764F"/>
                </a:solidFill>
                <a:latin typeface="Arial"/>
                <a:ea typeface="Arial"/>
                <a:cs typeface="Arial"/>
              </a:defRPr>
            </a:lvl4pPr>
            <a:lvl5pPr algn="ctr">
              <a:buNone/>
              <a:defRPr sz="1875" b="0">
                <a:solidFill>
                  <a:srgbClr val="28764F"/>
                </a:solidFill>
                <a:latin typeface="Arial"/>
                <a:ea typeface="Arial"/>
                <a:cs typeface="Arial"/>
              </a:defRPr>
            </a:lvl5pPr>
            <a:lvl6pPr algn="ctr">
              <a:buNone/>
              <a:defRPr sz="1875" b="0">
                <a:solidFill>
                  <a:srgbClr val="28764F"/>
                </a:solidFill>
                <a:latin typeface="Arial"/>
                <a:ea typeface="Arial"/>
                <a:cs typeface="Arial"/>
              </a:defRPr>
            </a:lvl6pPr>
            <a:lvl7pPr algn="ctr">
              <a:buNone/>
              <a:defRPr sz="1875" b="0">
                <a:solidFill>
                  <a:srgbClr val="28764F"/>
                </a:solidFill>
                <a:latin typeface="Arial"/>
                <a:ea typeface="Arial"/>
                <a:cs typeface="Arial"/>
              </a:defRPr>
            </a:lvl7pPr>
            <a:lvl8pPr algn="ctr">
              <a:buNone/>
              <a:defRPr sz="1875" b="0">
                <a:solidFill>
                  <a:srgbClr val="28764F"/>
                </a:solidFill>
                <a:latin typeface="Arial"/>
                <a:ea typeface="Arial"/>
                <a:cs typeface="Arial"/>
              </a:defRPr>
            </a:lvl8pPr>
            <a:lvl9pPr algn="ctr">
              <a:buNone/>
              <a:defRPr sz="1875" b="0">
                <a:solidFill>
                  <a:srgbClr val="28764F"/>
                </a:solidFill>
                <a:latin typeface="Arial"/>
                <a:ea typeface="Arial"/>
                <a:cs typeface="Arial"/>
              </a:defRPr>
            </a:lvl9pPr>
          </a:lstStyle>
          <a:p>
            <a:pPr algn="ctr">
              <a:buNone/>
              <a:defRPr sz="1875" b="0">
                <a:solidFill>
                  <a:srgbClr val="28764F"/>
                </a:solidFill>
                <a:latin typeface="Arial"/>
                <a:ea typeface="Arial"/>
                <a:cs typeface="Arial"/>
              </a:defRPr>
            </a:pPr>
            <a:r>
              <a:rPr sz="1875" b="0">
                <a:solidFill>
                  <a:srgbClr val="28764F"/>
                </a:solidFill>
                <a:latin typeface="Arial"/>
                <a:ea typeface="Arial"/>
                <a:cs typeface="Arial"/>
              </a:rPr>
              <a:t>Frame 1</a:t>
            </a:r>
          </a:p>
          <a:p>
            <a:pPr algn="ctr">
              <a:buNone/>
              <a:defRPr sz="1875" b="0">
                <a:solidFill>
                  <a:srgbClr val="28764F"/>
                </a:solidFill>
                <a:latin typeface="Arial"/>
                <a:ea typeface="Arial"/>
                <a:cs typeface="Arial"/>
              </a:defRPr>
            </a:pPr>
            <a:r>
              <a:rPr sz="1875" b="0">
                <a:solidFill>
                  <a:srgbClr val="28764F"/>
                </a:solidFill>
                <a:latin typeface="Arial"/>
                <a:ea typeface="Arial"/>
                <a:cs typeface="Arial"/>
              </a:rPr>
              <a:t>Accepted</a:t>
            </a:r>
          </a:p>
        </p:txBody>
      </p:sp>
      <p:sp>
        <p:nvSpPr>
          <p:cNvPr id="6" name="Diagram 242">
            <a:extLst>
              <a:ext uri="{FF2B5EF4-FFF2-40B4-BE49-F238E27FC236}">
                <a16:creationId xmlns:a16="http://schemas.microsoft.com/office/drawing/2014/main" id="{15449210-F801-402E-BCCB-41170C941D56}"/>
              </a:ext>
            </a:extLst>
          </p:cNvPr>
          <p:cNvSpPr>
            <a:spLocks noGrp="1"/>
          </p:cNvSpPr>
          <p:nvPr/>
        </p:nvSpPr>
        <p:spPr>
          <a:xfrm>
            <a:off x="4667250" y="2190750"/>
            <a:ext cx="2857500" cy="838200"/>
          </a:xfrm>
          <a:prstGeom prst="rect">
            <a:avLst/>
          </a:prstGeom>
          <a:solidFill>
            <a:srgbClr val="FAEEEC"/>
          </a:solidFill>
          <a:ln w="14288">
            <a:solidFill>
              <a:srgbClr val="A74038"/>
            </a:solidFill>
          </a:ln>
        </p:spPr>
        <p:txBody>
          <a:bodyPr wrap="square" lIns="114300" tIns="114300" rIns="114300" bIns="114300" anchor="ctr">
            <a:noAutofit/>
          </a:bodyPr>
          <a:lstStyle>
            <a:lvl1pPr algn="ctr">
              <a:buNone/>
              <a:defRPr sz="1875" b="0">
                <a:solidFill>
                  <a:srgbClr val="A74038"/>
                </a:solidFill>
                <a:latin typeface="Arial"/>
                <a:ea typeface="Arial"/>
                <a:cs typeface="Arial"/>
              </a:defRPr>
            </a:lvl1pPr>
            <a:lvl2pPr algn="ctr">
              <a:buNone/>
              <a:defRPr sz="1875" b="0">
                <a:solidFill>
                  <a:srgbClr val="A74038"/>
                </a:solidFill>
                <a:latin typeface="Arial"/>
                <a:ea typeface="Arial"/>
                <a:cs typeface="Arial"/>
              </a:defRPr>
            </a:lvl2pPr>
            <a:lvl3pPr algn="ctr">
              <a:buNone/>
              <a:defRPr sz="1875" b="0">
                <a:solidFill>
                  <a:srgbClr val="A74038"/>
                </a:solidFill>
                <a:latin typeface="Arial"/>
                <a:ea typeface="Arial"/>
                <a:cs typeface="Arial"/>
              </a:defRPr>
            </a:lvl3pPr>
            <a:lvl4pPr algn="ctr">
              <a:buNone/>
              <a:defRPr sz="1875" b="0">
                <a:solidFill>
                  <a:srgbClr val="A74038"/>
                </a:solidFill>
                <a:latin typeface="Arial"/>
                <a:ea typeface="Arial"/>
                <a:cs typeface="Arial"/>
              </a:defRPr>
            </a:lvl4pPr>
            <a:lvl5pPr algn="ctr">
              <a:buNone/>
              <a:defRPr sz="1875" b="0">
                <a:solidFill>
                  <a:srgbClr val="A74038"/>
                </a:solidFill>
                <a:latin typeface="Arial"/>
                <a:ea typeface="Arial"/>
                <a:cs typeface="Arial"/>
              </a:defRPr>
            </a:lvl5pPr>
            <a:lvl6pPr algn="ctr">
              <a:buNone/>
              <a:defRPr sz="1875" b="0">
                <a:solidFill>
                  <a:srgbClr val="A74038"/>
                </a:solidFill>
                <a:latin typeface="Arial"/>
                <a:ea typeface="Arial"/>
                <a:cs typeface="Arial"/>
              </a:defRPr>
            </a:lvl6pPr>
            <a:lvl7pPr algn="ctr">
              <a:buNone/>
              <a:defRPr sz="1875" b="0">
                <a:solidFill>
                  <a:srgbClr val="A74038"/>
                </a:solidFill>
                <a:latin typeface="Arial"/>
                <a:ea typeface="Arial"/>
                <a:cs typeface="Arial"/>
              </a:defRPr>
            </a:lvl7pPr>
            <a:lvl8pPr algn="ctr">
              <a:buNone/>
              <a:defRPr sz="1875" b="0">
                <a:solidFill>
                  <a:srgbClr val="A74038"/>
                </a:solidFill>
                <a:latin typeface="Arial"/>
                <a:ea typeface="Arial"/>
                <a:cs typeface="Arial"/>
              </a:defRPr>
            </a:lvl8pPr>
            <a:lvl9pPr algn="ctr">
              <a:buNone/>
              <a:defRPr sz="1875" b="0">
                <a:solidFill>
                  <a:srgbClr val="A74038"/>
                </a:solidFill>
                <a:latin typeface="Arial"/>
                <a:ea typeface="Arial"/>
                <a:cs typeface="Arial"/>
              </a:defRPr>
            </a:lvl9pPr>
          </a:lstStyle>
          <a:p>
            <a:pPr algn="ctr">
              <a:buNone/>
              <a:defRPr sz="1875" b="0">
                <a:solidFill>
                  <a:srgbClr val="A74038"/>
                </a:solidFill>
                <a:latin typeface="Arial"/>
                <a:ea typeface="Arial"/>
                <a:cs typeface="Arial"/>
              </a:defRPr>
            </a:pPr>
            <a:r>
              <a:rPr sz="1875" b="0">
                <a:solidFill>
                  <a:srgbClr val="A74038"/>
                </a:solidFill>
                <a:latin typeface="Arial"/>
                <a:ea typeface="Arial"/>
                <a:cs typeface="Arial"/>
              </a:rPr>
              <a:t>Frame 2</a:t>
            </a:r>
          </a:p>
          <a:p>
            <a:pPr algn="ctr">
              <a:buNone/>
              <a:defRPr sz="1875" b="0">
                <a:solidFill>
                  <a:srgbClr val="A74038"/>
                </a:solidFill>
                <a:latin typeface="Arial"/>
                <a:ea typeface="Arial"/>
                <a:cs typeface="Arial"/>
              </a:defRPr>
            </a:pPr>
            <a:r>
              <a:rPr sz="1875" b="0">
                <a:solidFill>
                  <a:srgbClr val="A74038"/>
                </a:solidFill>
                <a:latin typeface="Arial"/>
                <a:ea typeface="Arial"/>
                <a:cs typeface="Arial"/>
              </a:rPr>
              <a:t>Damaged candidate</a:t>
            </a:r>
          </a:p>
        </p:txBody>
      </p:sp>
      <p:sp>
        <p:nvSpPr>
          <p:cNvPr id="7" name="Diagram 243">
            <a:extLst>
              <a:ext uri="{FF2B5EF4-FFF2-40B4-BE49-F238E27FC236}">
                <a16:creationId xmlns:a16="http://schemas.microsoft.com/office/drawing/2014/main" id="{65E11C9F-BE4C-4262-9FFC-EAEC9B7FDD61}"/>
              </a:ext>
            </a:extLst>
          </p:cNvPr>
          <p:cNvSpPr>
            <a:spLocks noGrp="1"/>
          </p:cNvSpPr>
          <p:nvPr/>
        </p:nvSpPr>
        <p:spPr>
          <a:xfrm>
            <a:off x="8648700" y="2190750"/>
            <a:ext cx="2857500" cy="838200"/>
          </a:xfrm>
          <a:prstGeom prst="rect">
            <a:avLst/>
          </a:prstGeom>
          <a:solidFill>
            <a:srgbClr val="EAF4ED"/>
          </a:solidFill>
          <a:ln w="14288">
            <a:solidFill>
              <a:srgbClr val="28764F"/>
            </a:solidFill>
          </a:ln>
        </p:spPr>
        <p:txBody>
          <a:bodyPr wrap="square" lIns="114300" tIns="114300" rIns="114300" bIns="114300" anchor="ctr">
            <a:noAutofit/>
          </a:bodyPr>
          <a:lstStyle>
            <a:lvl1pPr algn="ctr">
              <a:buNone/>
              <a:defRPr sz="1800" b="0">
                <a:solidFill>
                  <a:srgbClr val="28764F"/>
                </a:solidFill>
                <a:latin typeface="Arial"/>
                <a:ea typeface="Arial"/>
                <a:cs typeface="Arial"/>
              </a:defRPr>
            </a:lvl1pPr>
            <a:lvl2pPr algn="ctr">
              <a:buNone/>
              <a:defRPr sz="1800" b="0">
                <a:solidFill>
                  <a:srgbClr val="28764F"/>
                </a:solidFill>
                <a:latin typeface="Arial"/>
                <a:ea typeface="Arial"/>
                <a:cs typeface="Arial"/>
              </a:defRPr>
            </a:lvl2pPr>
            <a:lvl3pPr algn="ctr">
              <a:buNone/>
              <a:defRPr sz="1800" b="0">
                <a:solidFill>
                  <a:srgbClr val="28764F"/>
                </a:solidFill>
                <a:latin typeface="Arial"/>
                <a:ea typeface="Arial"/>
                <a:cs typeface="Arial"/>
              </a:defRPr>
            </a:lvl3pPr>
            <a:lvl4pPr algn="ctr">
              <a:buNone/>
              <a:defRPr sz="1800" b="0">
                <a:solidFill>
                  <a:srgbClr val="28764F"/>
                </a:solidFill>
                <a:latin typeface="Arial"/>
                <a:ea typeface="Arial"/>
                <a:cs typeface="Arial"/>
              </a:defRPr>
            </a:lvl4pPr>
            <a:lvl5pPr algn="ctr">
              <a:buNone/>
              <a:defRPr sz="1800" b="0">
                <a:solidFill>
                  <a:srgbClr val="28764F"/>
                </a:solidFill>
                <a:latin typeface="Arial"/>
                <a:ea typeface="Arial"/>
                <a:cs typeface="Arial"/>
              </a:defRPr>
            </a:lvl5pPr>
            <a:lvl6pPr algn="ctr">
              <a:buNone/>
              <a:defRPr sz="1800" b="0">
                <a:solidFill>
                  <a:srgbClr val="28764F"/>
                </a:solidFill>
                <a:latin typeface="Arial"/>
                <a:ea typeface="Arial"/>
                <a:cs typeface="Arial"/>
              </a:defRPr>
            </a:lvl6pPr>
            <a:lvl7pPr algn="ctr">
              <a:buNone/>
              <a:defRPr sz="1800" b="0">
                <a:solidFill>
                  <a:srgbClr val="28764F"/>
                </a:solidFill>
                <a:latin typeface="Arial"/>
                <a:ea typeface="Arial"/>
                <a:cs typeface="Arial"/>
              </a:defRPr>
            </a:lvl7pPr>
            <a:lvl8pPr algn="ctr">
              <a:buNone/>
              <a:defRPr sz="1800" b="0">
                <a:solidFill>
                  <a:srgbClr val="28764F"/>
                </a:solidFill>
                <a:latin typeface="Arial"/>
                <a:ea typeface="Arial"/>
                <a:cs typeface="Arial"/>
              </a:defRPr>
            </a:lvl8pPr>
            <a:lvl9pPr algn="ctr">
              <a:buNone/>
              <a:defRPr sz="1800" b="0">
                <a:solidFill>
                  <a:srgbClr val="28764F"/>
                </a:solidFill>
                <a:latin typeface="Arial"/>
                <a:ea typeface="Arial"/>
                <a:cs typeface="Arial"/>
              </a:defRPr>
            </a:lvl9pPr>
          </a:lstStyle>
          <a:p>
            <a:pPr algn="ctr">
              <a:buNone/>
              <a:defRPr sz="1800" b="0">
                <a:solidFill>
                  <a:srgbClr val="28764F"/>
                </a:solidFill>
                <a:latin typeface="Arial"/>
                <a:ea typeface="Arial"/>
                <a:cs typeface="Arial"/>
              </a:defRPr>
            </a:pPr>
            <a:r>
              <a:rPr sz="1800" b="0">
                <a:solidFill>
                  <a:srgbClr val="28764F"/>
                </a:solidFill>
                <a:latin typeface="Arial"/>
                <a:ea typeface="Arial"/>
                <a:cs typeface="Arial"/>
              </a:rPr>
              <a:t>Frame 3</a:t>
            </a:r>
          </a:p>
          <a:p>
            <a:pPr algn="ctr">
              <a:buNone/>
              <a:defRPr sz="1800" b="0">
                <a:solidFill>
                  <a:srgbClr val="28764F"/>
                </a:solidFill>
                <a:latin typeface="Arial"/>
                <a:ea typeface="Arial"/>
                <a:cs typeface="Arial"/>
              </a:defRPr>
            </a:pPr>
            <a:r>
              <a:rPr sz="1800" b="0">
                <a:solidFill>
                  <a:srgbClr val="28764F"/>
                </a:solidFill>
                <a:latin typeface="Arial"/>
                <a:ea typeface="Arial"/>
                <a:cs typeface="Arial"/>
              </a:rPr>
              <a:t>Accepted after recovery</a:t>
            </a:r>
          </a:p>
        </p:txBody>
      </p:sp>
      <p:cxnSp>
        <p:nvCxnSpPr>
          <p:cNvPr id="23" name="Straight Arrow Connector 22"/>
          <p:cNvCxnSpPr>
            <a:stCxn id="5" idx="3"/>
            <a:endCxn id="6" idx="1"/>
          </p:cNvCxnSpPr>
          <p:nvPr/>
        </p:nvCxnSpPr>
        <p:spPr>
          <a:xfrm>
            <a:off x="3543300" y="2609850"/>
            <a:ext cx="1123950" cy="0"/>
          </a:xfrm>
          <a:prstGeom prst="straightConnector1">
            <a:avLst/>
          </a:prstGeom>
          <a:ln w="19050">
            <a:solidFill>
              <a:srgbClr val="166D73"/>
            </a:solidFill>
            <a:tailEnd type="triangle" w="med" len="med"/>
          </a:ln>
        </p:spPr>
      </p:cxnSp>
      <p:cxnSp>
        <p:nvCxnSpPr>
          <p:cNvPr id="24" name="Straight Arrow Connector 23"/>
          <p:cNvCxnSpPr>
            <a:stCxn id="6" idx="3"/>
            <a:endCxn id="7" idx="1"/>
          </p:cNvCxnSpPr>
          <p:nvPr/>
        </p:nvCxnSpPr>
        <p:spPr>
          <a:xfrm>
            <a:off x="7524750" y="2609850"/>
            <a:ext cx="1123950" cy="0"/>
          </a:xfrm>
          <a:prstGeom prst="straightConnector1">
            <a:avLst/>
          </a:prstGeom>
          <a:ln w="19050">
            <a:solidFill>
              <a:srgbClr val="166D73"/>
            </a:solidFill>
            <a:tailEnd type="triangle" w="med" len="med"/>
          </a:ln>
        </p:spPr>
      </p:cxnSp>
      <p:sp>
        <p:nvSpPr>
          <p:cNvPr id="10" name="Diagram 244">
            <a:extLst>
              <a:ext uri="{FF2B5EF4-FFF2-40B4-BE49-F238E27FC236}">
                <a16:creationId xmlns:a16="http://schemas.microsoft.com/office/drawing/2014/main" id="{A37CA31E-408B-4D7D-89A4-06506CD9B815}"/>
              </a:ext>
            </a:extLst>
          </p:cNvPr>
          <p:cNvSpPr>
            <a:spLocks noGrp="1"/>
          </p:cNvSpPr>
          <p:nvPr/>
        </p:nvSpPr>
        <p:spPr>
          <a:xfrm>
            <a:off x="685800" y="4171950"/>
            <a:ext cx="2857500" cy="838200"/>
          </a:xfrm>
          <a:prstGeom prst="rect">
            <a:avLst/>
          </a:prstGeom>
          <a:solidFill>
            <a:srgbClr val="FAEEEC"/>
          </a:solidFill>
          <a:ln w="14288">
            <a:solidFill>
              <a:srgbClr val="A74038"/>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Failed candidate ASM</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begins at bit k</a:t>
            </a:r>
          </a:p>
        </p:txBody>
      </p:sp>
      <p:sp>
        <p:nvSpPr>
          <p:cNvPr id="11" name="Diagram 245">
            <a:extLst>
              <a:ext uri="{FF2B5EF4-FFF2-40B4-BE49-F238E27FC236}">
                <a16:creationId xmlns:a16="http://schemas.microsoft.com/office/drawing/2014/main" id="{25A5E6AC-5311-490D-8197-5DB992C6C167}"/>
              </a:ext>
            </a:extLst>
          </p:cNvPr>
          <p:cNvSpPr>
            <a:spLocks noGrp="1"/>
          </p:cNvSpPr>
          <p:nvPr/>
        </p:nvSpPr>
        <p:spPr>
          <a:xfrm>
            <a:off x="4667250" y="4171950"/>
            <a:ext cx="2857500" cy="8382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75" b="1">
                <a:solidFill>
                  <a:srgbClr val="20334A"/>
                </a:solidFill>
                <a:latin typeface="Arial"/>
                <a:ea typeface="Arial"/>
                <a:cs typeface="Arial"/>
              </a:defRPr>
            </a:lvl1pPr>
            <a:lvl2pPr algn="ctr">
              <a:buNone/>
              <a:defRPr sz="1875" b="1">
                <a:solidFill>
                  <a:srgbClr val="20334A"/>
                </a:solidFill>
                <a:latin typeface="Arial"/>
                <a:ea typeface="Arial"/>
                <a:cs typeface="Arial"/>
              </a:defRPr>
            </a:lvl2pPr>
            <a:lvl3pPr algn="ctr">
              <a:buNone/>
              <a:defRPr sz="1875" b="1">
                <a:solidFill>
                  <a:srgbClr val="20334A"/>
                </a:solidFill>
                <a:latin typeface="Arial"/>
                <a:ea typeface="Arial"/>
                <a:cs typeface="Arial"/>
              </a:defRPr>
            </a:lvl3pPr>
            <a:lvl4pPr algn="ctr">
              <a:buNone/>
              <a:defRPr sz="1875" b="1">
                <a:solidFill>
                  <a:srgbClr val="20334A"/>
                </a:solidFill>
                <a:latin typeface="Arial"/>
                <a:ea typeface="Arial"/>
                <a:cs typeface="Arial"/>
              </a:defRPr>
            </a:lvl4pPr>
            <a:lvl5pPr algn="ctr">
              <a:buNone/>
              <a:defRPr sz="1875" b="1">
                <a:solidFill>
                  <a:srgbClr val="20334A"/>
                </a:solidFill>
                <a:latin typeface="Arial"/>
                <a:ea typeface="Arial"/>
                <a:cs typeface="Arial"/>
              </a:defRPr>
            </a:lvl5pPr>
            <a:lvl6pPr algn="ctr">
              <a:buNone/>
              <a:defRPr sz="1875" b="1">
                <a:solidFill>
                  <a:srgbClr val="20334A"/>
                </a:solidFill>
                <a:latin typeface="Arial"/>
                <a:ea typeface="Arial"/>
                <a:cs typeface="Arial"/>
              </a:defRPr>
            </a:lvl6pPr>
            <a:lvl7pPr algn="ctr">
              <a:buNone/>
              <a:defRPr sz="1875" b="1">
                <a:solidFill>
                  <a:srgbClr val="20334A"/>
                </a:solidFill>
                <a:latin typeface="Arial"/>
                <a:ea typeface="Arial"/>
                <a:cs typeface="Arial"/>
              </a:defRPr>
            </a:lvl7pPr>
            <a:lvl8pPr algn="ctr">
              <a:buNone/>
              <a:defRPr sz="1875" b="1">
                <a:solidFill>
                  <a:srgbClr val="20334A"/>
                </a:solidFill>
                <a:latin typeface="Arial"/>
                <a:ea typeface="Arial"/>
                <a:cs typeface="Arial"/>
              </a:defRPr>
            </a:lvl8pPr>
            <a:lvl9pPr algn="ctr">
              <a:buNone/>
              <a:defRPr sz="1875" b="1">
                <a:solidFill>
                  <a:srgbClr val="20334A"/>
                </a:solidFill>
                <a:latin typeface="Arial"/>
                <a:ea typeface="Arial"/>
                <a:cs typeface="Arial"/>
              </a:defRPr>
            </a:lvl9pPr>
          </a:lstStyle>
          <a:p>
            <a:pPr algn="ctr">
              <a:buNone/>
              <a:defRPr sz="1875" b="1">
                <a:solidFill>
                  <a:srgbClr val="20334A"/>
                </a:solidFill>
                <a:latin typeface="Arial"/>
                <a:ea typeface="Arial"/>
                <a:cs typeface="Arial"/>
              </a:defRPr>
            </a:pPr>
            <a:r>
              <a:rPr sz="1875" b="1">
                <a:solidFill>
                  <a:srgbClr val="20334A"/>
                </a:solidFill>
                <a:latin typeface="Arial"/>
                <a:ea typeface="Arial"/>
                <a:cs typeface="Arial"/>
              </a:rPr>
              <a:t>Resume HUNT</a:t>
            </a:r>
          </a:p>
          <a:p>
            <a:pPr algn="ctr">
              <a:buNone/>
              <a:defRPr sz="1875" b="1">
                <a:solidFill>
                  <a:srgbClr val="20334A"/>
                </a:solidFill>
                <a:latin typeface="Arial"/>
                <a:ea typeface="Arial"/>
                <a:cs typeface="Arial"/>
              </a:defRPr>
            </a:pPr>
            <a:r>
              <a:rPr sz="1875" b="1">
                <a:solidFill>
                  <a:srgbClr val="20334A"/>
                </a:solidFill>
                <a:latin typeface="Arial"/>
                <a:ea typeface="Arial"/>
                <a:cs typeface="Arial"/>
              </a:rPr>
              <a:t>at bit k + 1</a:t>
            </a:r>
          </a:p>
        </p:txBody>
      </p:sp>
      <p:sp>
        <p:nvSpPr>
          <p:cNvPr id="12" name="Diagram 246">
            <a:extLst>
              <a:ext uri="{FF2B5EF4-FFF2-40B4-BE49-F238E27FC236}">
                <a16:creationId xmlns:a16="http://schemas.microsoft.com/office/drawing/2014/main" id="{C3F83C4E-CAA3-4AE7-9756-25CD3609841F}"/>
              </a:ext>
            </a:extLst>
          </p:cNvPr>
          <p:cNvSpPr>
            <a:spLocks noGrp="1"/>
          </p:cNvSpPr>
          <p:nvPr/>
        </p:nvSpPr>
        <p:spPr>
          <a:xfrm>
            <a:off x="8648700" y="4171950"/>
            <a:ext cx="2857500" cy="838200"/>
          </a:xfrm>
          <a:prstGeom prst="rect">
            <a:avLst/>
          </a:prstGeom>
          <a:solidFill>
            <a:srgbClr val="EDF4F5"/>
          </a:solidFill>
          <a:ln w="14288">
            <a:solidFill>
              <a:srgbClr val="166D73"/>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pPr algn="ctr">
              <a:buNone/>
              <a:defRPr sz="1800" b="0">
                <a:solidFill>
                  <a:srgbClr val="20334A"/>
                </a:solidFill>
                <a:latin typeface="Arial"/>
                <a:ea typeface="Arial"/>
                <a:cs typeface="Arial"/>
              </a:defRPr>
            </a:pPr>
            <a:r>
              <a:rPr sz="1800" b="0">
                <a:solidFill>
                  <a:srgbClr val="20334A"/>
                </a:solidFill>
                <a:latin typeface="Arial"/>
                <a:ea typeface="Arial"/>
                <a:cs typeface="Arial"/>
              </a:rPr>
              <a:t>Find a later ASM</a:t>
            </a:r>
          </a:p>
          <a:p>
            <a:pPr algn="ctr">
              <a:buNone/>
              <a:defRPr sz="1800" b="0">
                <a:solidFill>
                  <a:srgbClr val="20334A"/>
                </a:solidFill>
                <a:latin typeface="Arial"/>
                <a:ea typeface="Arial"/>
                <a:cs typeface="Arial"/>
              </a:defRPr>
            </a:pPr>
            <a:r>
              <a:rPr sz="1800" b="0">
                <a:solidFill>
                  <a:srgbClr val="20334A"/>
                </a:solidFill>
                <a:latin typeface="Arial"/>
                <a:ea typeface="Arial"/>
                <a:cs typeface="Arial"/>
              </a:rPr>
              <a:t>and validate normally</a:t>
            </a:r>
          </a:p>
        </p:txBody>
      </p:sp>
      <p:cxnSp>
        <p:nvCxnSpPr>
          <p:cNvPr id="28" name="Straight Arrow Connector 27"/>
          <p:cNvCxnSpPr>
            <a:stCxn id="10" idx="3"/>
            <a:endCxn id="11" idx="1"/>
          </p:cNvCxnSpPr>
          <p:nvPr/>
        </p:nvCxnSpPr>
        <p:spPr>
          <a:xfrm>
            <a:off x="3543300" y="4591050"/>
            <a:ext cx="1123950" cy="0"/>
          </a:xfrm>
          <a:prstGeom prst="straightConnector1">
            <a:avLst/>
          </a:prstGeom>
          <a:ln w="19050">
            <a:solidFill>
              <a:srgbClr val="166D73"/>
            </a:solidFill>
            <a:tailEnd type="triangle" w="med" len="med"/>
          </a:ln>
        </p:spPr>
      </p:cxnSp>
      <p:cxnSp>
        <p:nvCxnSpPr>
          <p:cNvPr id="29" name="Straight Arrow Connector 28"/>
          <p:cNvCxnSpPr>
            <a:stCxn id="11" idx="3"/>
            <a:endCxn id="12" idx="1"/>
          </p:cNvCxnSpPr>
          <p:nvPr/>
        </p:nvCxnSpPr>
        <p:spPr>
          <a:xfrm>
            <a:off x="7524750" y="4591050"/>
            <a:ext cx="1123950" cy="0"/>
          </a:xfrm>
          <a:prstGeom prst="straightConnector1">
            <a:avLst/>
          </a:prstGeom>
          <a:ln w="19050">
            <a:solidFill>
              <a:srgbClr val="166D73"/>
            </a:solidFill>
            <a:tailEnd type="triangle" w="med" len="med"/>
          </a:ln>
        </p:spPr>
      </p:cxnSp>
      <p:sp>
        <p:nvSpPr>
          <p:cNvPr id="15" name="Text 247">
            <a:extLst>
              <a:ext uri="{FF2B5EF4-FFF2-40B4-BE49-F238E27FC236}">
                <a16:creationId xmlns:a16="http://schemas.microsoft.com/office/drawing/2014/main" id="{C7AB73D8-3645-48A4-ABAB-8C90F9C94593}"/>
              </a:ext>
            </a:extLst>
          </p:cNvPr>
          <p:cNvSpPr>
            <a:spLocks noGrp="1"/>
          </p:cNvSpPr>
          <p:nvPr/>
        </p:nvSpPr>
        <p:spPr>
          <a:xfrm>
            <a:off x="685800" y="3562350"/>
            <a:ext cx="10820400" cy="333375"/>
          </a:xfrm>
          <a:prstGeom prst="rect">
            <a:avLst/>
          </a:prstGeom>
          <a:noFill/>
          <a:ln w="0">
            <a:noFill/>
          </a:ln>
        </p:spPr>
        <p:txBody>
          <a:bodyPr wrap="square" lIns="0" tIns="0" rIns="0" bIns="0" anchor="t">
            <a:noAutofit/>
          </a:bodyPr>
          <a:lstStyle>
            <a:lvl1pPr algn="ctr">
              <a:buNone/>
              <a:defRPr sz="1875" b="1">
                <a:solidFill>
                  <a:srgbClr val="166D73"/>
                </a:solidFill>
                <a:latin typeface="Arial"/>
                <a:ea typeface="Arial"/>
                <a:cs typeface="Arial"/>
              </a:defRPr>
            </a:lvl1pPr>
            <a:lvl2pPr algn="ctr">
              <a:buNone/>
              <a:defRPr sz="1875" b="1">
                <a:solidFill>
                  <a:srgbClr val="166D73"/>
                </a:solidFill>
                <a:latin typeface="Arial"/>
                <a:ea typeface="Arial"/>
                <a:cs typeface="Arial"/>
              </a:defRPr>
            </a:lvl2pPr>
            <a:lvl3pPr algn="ctr">
              <a:buNone/>
              <a:defRPr sz="1875" b="1">
                <a:solidFill>
                  <a:srgbClr val="166D73"/>
                </a:solidFill>
                <a:latin typeface="Arial"/>
                <a:ea typeface="Arial"/>
                <a:cs typeface="Arial"/>
              </a:defRPr>
            </a:lvl3pPr>
            <a:lvl4pPr algn="ctr">
              <a:buNone/>
              <a:defRPr sz="1875" b="1">
                <a:solidFill>
                  <a:srgbClr val="166D73"/>
                </a:solidFill>
                <a:latin typeface="Arial"/>
                <a:ea typeface="Arial"/>
                <a:cs typeface="Arial"/>
              </a:defRPr>
            </a:lvl4pPr>
            <a:lvl5pPr algn="ctr">
              <a:buNone/>
              <a:defRPr sz="1875" b="1">
                <a:solidFill>
                  <a:srgbClr val="166D73"/>
                </a:solidFill>
                <a:latin typeface="Arial"/>
                <a:ea typeface="Arial"/>
                <a:cs typeface="Arial"/>
              </a:defRPr>
            </a:lvl5pPr>
            <a:lvl6pPr algn="ctr">
              <a:buNone/>
              <a:defRPr sz="1875" b="1">
                <a:solidFill>
                  <a:srgbClr val="166D73"/>
                </a:solidFill>
                <a:latin typeface="Arial"/>
                <a:ea typeface="Arial"/>
                <a:cs typeface="Arial"/>
              </a:defRPr>
            </a:lvl6pPr>
            <a:lvl7pPr algn="ctr">
              <a:buNone/>
              <a:defRPr sz="1875" b="1">
                <a:solidFill>
                  <a:srgbClr val="166D73"/>
                </a:solidFill>
                <a:latin typeface="Arial"/>
                <a:ea typeface="Arial"/>
                <a:cs typeface="Arial"/>
              </a:defRPr>
            </a:lvl7pPr>
            <a:lvl8pPr algn="ctr">
              <a:buNone/>
              <a:defRPr sz="1875" b="1">
                <a:solidFill>
                  <a:srgbClr val="166D73"/>
                </a:solidFill>
                <a:latin typeface="Arial"/>
                <a:ea typeface="Arial"/>
                <a:cs typeface="Arial"/>
              </a:defRPr>
            </a:lvl8pPr>
            <a:lvl9pPr algn="ctr">
              <a:buNone/>
              <a:defRPr sz="1875" b="1">
                <a:solidFill>
                  <a:srgbClr val="166D73"/>
                </a:solidFill>
                <a:latin typeface="Arial"/>
                <a:ea typeface="Arial"/>
                <a:cs typeface="Arial"/>
              </a:defRPr>
            </a:lvl9pPr>
          </a:lstStyle>
          <a:p>
            <a:pPr algn="ctr">
              <a:buNone/>
              <a:defRPr sz="1875" b="1">
                <a:solidFill>
                  <a:srgbClr val="166D73"/>
                </a:solidFill>
                <a:latin typeface="Arial"/>
                <a:ea typeface="Arial"/>
                <a:cs typeface="Arial"/>
              </a:defRPr>
            </a:pPr>
            <a:r>
              <a:rPr sz="1875" b="1">
                <a:solidFill>
                  <a:srgbClr val="166D73"/>
                </a:solidFill>
                <a:latin typeface="Arial"/>
                <a:ea typeface="Arial"/>
                <a:cs typeface="Arial"/>
              </a:rPr>
              <a:t>Bit-by-bit search through the remaining buffered data</a:t>
            </a:r>
          </a:p>
        </p:txBody>
      </p:sp>
      <p:sp>
        <p:nvSpPr>
          <p:cNvPr id="16" name="Text 248">
            <a:extLst>
              <a:ext uri="{FF2B5EF4-FFF2-40B4-BE49-F238E27FC236}">
                <a16:creationId xmlns:a16="http://schemas.microsoft.com/office/drawing/2014/main" id="{1D9D4E6E-7CBC-45E2-B0E5-9BFE4CEEF377}"/>
              </a:ext>
            </a:extLst>
          </p:cNvPr>
          <p:cNvSpPr>
            <a:spLocks noGrp="1"/>
          </p:cNvSpPr>
          <p:nvPr/>
        </p:nvSpPr>
        <p:spPr>
          <a:xfrm>
            <a:off x="685800" y="5543550"/>
            <a:ext cx="10820400" cy="781050"/>
          </a:xfrm>
          <a:prstGeom prst="rect">
            <a:avLst/>
          </a:prstGeom>
          <a:noFill/>
          <a:ln w="0">
            <a:noFill/>
          </a:ln>
        </p:spPr>
        <p:txBody>
          <a:bodyPr wrap="square" lIns="0" tIns="0" rIns="0" bIns="0" anchor="t">
            <a:noAutofit/>
          </a:bodyPr>
          <a:lstStyle>
            <a:lvl1pPr algn="l">
              <a:buNone/>
              <a:defRPr sz="1875" b="0">
                <a:solidFill>
                  <a:srgbClr val="20334A"/>
                </a:solidFill>
                <a:latin typeface="Arial"/>
                <a:ea typeface="Arial"/>
                <a:cs typeface="Arial"/>
              </a:defRPr>
            </a:lvl1pPr>
            <a:lvl2pPr algn="l">
              <a:buNone/>
              <a:defRPr sz="1875" b="0">
                <a:solidFill>
                  <a:srgbClr val="20334A"/>
                </a:solidFill>
                <a:latin typeface="Arial"/>
                <a:ea typeface="Arial"/>
                <a:cs typeface="Arial"/>
              </a:defRPr>
            </a:lvl2pPr>
            <a:lvl3pPr algn="l">
              <a:buNone/>
              <a:defRPr sz="1875" b="0">
                <a:solidFill>
                  <a:srgbClr val="20334A"/>
                </a:solidFill>
                <a:latin typeface="Arial"/>
                <a:ea typeface="Arial"/>
                <a:cs typeface="Arial"/>
              </a:defRPr>
            </a:lvl3pPr>
            <a:lvl4pPr algn="l">
              <a:buNone/>
              <a:defRPr sz="1875" b="0">
                <a:solidFill>
                  <a:srgbClr val="20334A"/>
                </a:solidFill>
                <a:latin typeface="Arial"/>
                <a:ea typeface="Arial"/>
                <a:cs typeface="Arial"/>
              </a:defRPr>
            </a:lvl4pPr>
            <a:lvl5pPr algn="l">
              <a:buNone/>
              <a:defRPr sz="1875" b="0">
                <a:solidFill>
                  <a:srgbClr val="20334A"/>
                </a:solidFill>
                <a:latin typeface="Arial"/>
                <a:ea typeface="Arial"/>
                <a:cs typeface="Arial"/>
              </a:defRPr>
            </a:lvl5pPr>
            <a:lvl6pPr algn="l">
              <a:buNone/>
              <a:defRPr sz="1875" b="0">
                <a:solidFill>
                  <a:srgbClr val="20334A"/>
                </a:solidFill>
                <a:latin typeface="Arial"/>
                <a:ea typeface="Arial"/>
                <a:cs typeface="Arial"/>
              </a:defRPr>
            </a:lvl6pPr>
            <a:lvl7pPr algn="l">
              <a:buNone/>
              <a:defRPr sz="1875" b="0">
                <a:solidFill>
                  <a:srgbClr val="20334A"/>
                </a:solidFill>
                <a:latin typeface="Arial"/>
                <a:ea typeface="Arial"/>
                <a:cs typeface="Arial"/>
              </a:defRPr>
            </a:lvl7pPr>
            <a:lvl8pPr algn="l">
              <a:buNone/>
              <a:defRPr sz="1875" b="0">
                <a:solidFill>
                  <a:srgbClr val="20334A"/>
                </a:solidFill>
                <a:latin typeface="Arial"/>
                <a:ea typeface="Arial"/>
                <a:cs typeface="Arial"/>
              </a:defRPr>
            </a:lvl8pPr>
            <a:lvl9pPr algn="l">
              <a:buNone/>
              <a:defRPr sz="1875" b="0">
                <a:solidFill>
                  <a:srgbClr val="20334A"/>
                </a:solidFill>
                <a:latin typeface="Arial"/>
                <a:ea typeface="Arial"/>
                <a:cs typeface="Arial"/>
              </a:defRPr>
            </a:lvl9pPr>
          </a:lstStyle>
          <a:p>
            <a:pPr marL="215900" indent="-101600" algn="l">
              <a:spcAft>
                <a:spcPts val="900"/>
              </a:spcAft>
              <a:buChar char="•"/>
              <a:defRPr sz="1875" b="0">
                <a:solidFill>
                  <a:srgbClr val="20334A"/>
                </a:solidFill>
                <a:latin typeface="Arial"/>
                <a:ea typeface="Arial"/>
                <a:cs typeface="Arial"/>
              </a:defRPr>
            </a:pPr>
            <a:r>
              <a:t>Search restarts one bit after the failed marker, not 2,080 bits later.</a:t>
            </a:r>
          </a:p>
          <a:p>
            <a:pPr marL="215900" indent="-101600" algn="l">
              <a:spcAft>
                <a:spcPts val="900"/>
              </a:spcAft>
              <a:buChar char="•"/>
              <a:defRPr sz="1875" b="0">
                <a:solidFill>
                  <a:srgbClr val="20334A"/>
                </a:solidFill>
                <a:latin typeface="Arial"/>
                <a:ea typeface="Arial"/>
                <a:cs typeface="Arial"/>
              </a:defRPr>
            </a:pPr>
            <a:r>
              <a:t>Recovery skips damaged readings. It does not reconstruct them.</a:t>
            </a:r>
          </a:p>
        </p:txBody>
      </p:sp>
    </p:spTree>
    <p:extLst>
      <p:ext uri="{BB962C8B-B14F-4D97-AF65-F5344CB8AC3E}">
        <p14:creationId xmlns:p14="http://schemas.microsoft.com/office/powerpoint/2010/main" val="1820808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8CC7CA73-E6EA-4238-AFFF-5A0657972B87}"/>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Effects of the guided experiments</a:t>
            </a:r>
          </a:p>
        </p:txBody>
      </p:sp>
      <p:graphicFrame>
        <p:nvGraphicFramePr>
          <p:cNvPr id="17" name="Table 16"/>
          <p:cNvGraphicFramePr/>
          <p:nvPr/>
        </p:nvGraphicFramePr>
        <p:xfrm>
          <a:off x="685800" y="1362075"/>
          <a:ext cx="10820400" cy="3028950"/>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6000750">
                  <a:extLst>
                    <a:ext uri="{9D8B030D-6E8A-4147-A177-3AD203B41FA5}">
                      <a16:colId xmlns:a16="http://schemas.microsoft.com/office/drawing/2014/main" val="20001"/>
                    </a:ext>
                  </a:extLst>
                </a:gridCol>
                <a:gridCol w="2343150">
                  <a:extLst>
                    <a:ext uri="{9D8B030D-6E8A-4147-A177-3AD203B41FA5}">
                      <a16:colId xmlns:a16="http://schemas.microsoft.com/office/drawing/2014/main" val="20002"/>
                    </a:ext>
                  </a:extLst>
                </a:gridCol>
              </a:tblGrid>
              <a:tr h="504825">
                <a:tc>
                  <a:txBody>
                    <a:bodyPr/>
                    <a:lstStyle/>
                    <a:p>
                      <a:r>
                        <a:rPr sz="1650" b="1">
                          <a:solidFill>
                            <a:srgbClr val="FFFFFF"/>
                          </a:solidFill>
                          <a:latin typeface="Arial"/>
                          <a:ea typeface="Arial"/>
                          <a:cs typeface="Arial"/>
                        </a:rPr>
                        <a:t>Experiment</a:t>
                      </a:r>
                    </a:p>
                  </a:txBody>
                  <a:tcPr anchor="ctr">
                    <a:lnL w="9525">
                      <a:solidFill>
                        <a:srgbClr val="B8C6CE"/>
                      </a:solidFill>
                      <a:prstDash val="solid"/>
                    </a:lnL>
                    <a:lnR w="9525">
                      <a:solidFill>
                        <a:srgbClr val="B8C6CE"/>
                      </a:solidFill>
                      <a:prstDash val="solid"/>
                    </a:lnR>
                    <a:lnT w="9525">
                      <a:solidFill>
                        <a:srgbClr val="B8C6CE"/>
                      </a:solidFill>
                      <a:prstDash val="solid"/>
                    </a:lnT>
                    <a:lnB w="9525">
                      <a:solidFill>
                        <a:srgbClr val="B8C6CE"/>
                      </a:solidFill>
                      <a:prstDash val="solid"/>
                    </a:lnB>
                    <a:solidFill>
                      <a:srgbClr val="20334A"/>
                    </a:solidFill>
                  </a:tcPr>
                </a:tc>
                <a:tc>
                  <a:txBody>
                    <a:bodyPr/>
                    <a:lstStyle/>
                    <a:p>
                      <a:r>
                        <a:rPr sz="1650" b="1">
                          <a:solidFill>
                            <a:srgbClr val="FFFFFF"/>
                          </a:solidFill>
                          <a:latin typeface="Arial"/>
                          <a:ea typeface="Arial"/>
                          <a:cs typeface="Arial"/>
                        </a:rPr>
                        <a:t>Change in the logical stream</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a:solidFill>
                        <a:srgbClr val="B8C6CE"/>
                      </a:solidFill>
                      <a:prstDash val="solid"/>
                    </a:lnT>
                    <a:lnB w="9525">
                      <a:solidFill>
                        <a:srgbClr val="B8C6CE"/>
                      </a:solidFill>
                      <a:prstDash val="solid"/>
                    </a:lnB>
                    <a:solidFill>
                      <a:srgbClr val="20334A"/>
                    </a:solidFill>
                  </a:tcPr>
                </a:tc>
                <a:tc>
                  <a:txBody>
                    <a:bodyPr/>
                    <a:lstStyle/>
                    <a:p>
                      <a:r>
                        <a:rPr sz="1650" b="1">
                          <a:solidFill>
                            <a:srgbClr val="FFFFFF"/>
                          </a:solidFill>
                          <a:latin typeface="Arial"/>
                          <a:ea typeface="Arial"/>
                          <a:cs typeface="Arial"/>
                        </a:rPr>
                        <a:t>Later alignment</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a:solidFill>
                        <a:srgbClr val="B8C6CE"/>
                      </a:solidFill>
                      <a:prstDash val="solid"/>
                    </a:lnT>
                    <a:lnB w="9525">
                      <a:solidFill>
                        <a:srgbClr val="B8C6CE"/>
                      </a:solidFill>
                      <a:prstDash val="solid"/>
                    </a:lnB>
                    <a:solidFill>
                      <a:srgbClr val="20334A"/>
                    </a:solidFill>
                  </a:tcPr>
                </a:tc>
                <a:extLst>
                  <a:ext uri="{0D108BD9-81ED-4DB2-BD59-A6C34878D82A}">
                    <a16:rowId xmlns:a16="http://schemas.microsoft.com/office/drawing/2014/main" val="10000"/>
                  </a:ext>
                </a:extLst>
              </a:tr>
              <a:tr h="504825">
                <a:tc>
                  <a:txBody>
                    <a:bodyPr/>
                    <a:lstStyle/>
                    <a:p>
                      <a:r>
                        <a:rPr sz="1650" b="0">
                          <a:solidFill>
                            <a:srgbClr val="20334A"/>
                          </a:solidFill>
                          <a:latin typeface="Arial"/>
                          <a:ea typeface="Arial"/>
                          <a:cs typeface="Arial"/>
                        </a:rPr>
                        <a:t>Clean</a:t>
                      </a:r>
                    </a:p>
                  </a:txBody>
                  <a:tcPr anchor="ctr">
                    <a:lnL w="9525">
                      <a:solidFill>
                        <a:srgbClr val="B8C6CE"/>
                      </a:solidFill>
                      <a:prstDash val="soli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No fault, with normal chunk boundaries</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0</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extLst>
                  <a:ext uri="{0D108BD9-81ED-4DB2-BD59-A6C34878D82A}">
                    <a16:rowId xmlns:a16="http://schemas.microsoft.com/office/drawing/2014/main" val="10001"/>
                  </a:ext>
                </a:extLst>
              </a:tr>
              <a:tr h="504825">
                <a:tc>
                  <a:txBody>
                    <a:bodyPr/>
                    <a:lstStyle/>
                    <a:p>
                      <a:r>
                        <a:rPr sz="1650" b="0">
                          <a:solidFill>
                            <a:srgbClr val="20334A"/>
                          </a:solidFill>
                          <a:latin typeface="Arial"/>
                          <a:ea typeface="Arial"/>
                          <a:cs typeface="Arial"/>
                        </a:rPr>
                        <a:t>Start between bytes</a:t>
                      </a:r>
                    </a:p>
                  </a:txBody>
                  <a:tcPr anchor="ctr">
                    <a:lnL w="9525">
                      <a:solidFill>
                        <a:srgbClr val="B8C6CE"/>
                      </a:solidFill>
                      <a:prstDash val="soli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Prefix three bits before the stream</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3</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extLst>
                  <a:ext uri="{0D108BD9-81ED-4DB2-BD59-A6C34878D82A}">
                    <a16:rowId xmlns:a16="http://schemas.microsoft.com/office/drawing/2014/main" val="10002"/>
                  </a:ext>
                </a:extLst>
              </a:tr>
              <a:tr h="504825">
                <a:tc>
                  <a:txBody>
                    <a:bodyPr/>
                    <a:lstStyle/>
                    <a:p>
                      <a:r>
                        <a:rPr sz="1650" b="0">
                          <a:solidFill>
                            <a:srgbClr val="20334A"/>
                          </a:solidFill>
                          <a:latin typeface="Arial"/>
                          <a:ea typeface="Arial"/>
                          <a:cs typeface="Arial"/>
                        </a:rPr>
                        <a:t>Flip one bit</a:t>
                      </a:r>
                    </a:p>
                  </a:txBody>
                  <a:tcPr anchor="ctr">
                    <a:lnL w="9525">
                      <a:solidFill>
                        <a:srgbClr val="B8C6CE"/>
                      </a:solidFill>
                      <a:prstDash val="soli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Change one value without changing bit count</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0 then 0</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extLst>
                  <a:ext uri="{0D108BD9-81ED-4DB2-BD59-A6C34878D82A}">
                    <a16:rowId xmlns:a16="http://schemas.microsoft.com/office/drawing/2014/main" val="10003"/>
                  </a:ext>
                </a:extLst>
              </a:tr>
              <a:tr h="504825">
                <a:tc>
                  <a:txBody>
                    <a:bodyPr/>
                    <a:lstStyle/>
                    <a:p>
                      <a:r>
                        <a:rPr sz="1650" b="0">
                          <a:solidFill>
                            <a:srgbClr val="20334A"/>
                          </a:solidFill>
                          <a:latin typeface="Arial"/>
                          <a:ea typeface="Arial"/>
                          <a:cs typeface="Arial"/>
                        </a:rPr>
                        <a:t>Insert one bit</a:t>
                      </a:r>
                    </a:p>
                  </a:txBody>
                  <a:tcPr anchor="ctr">
                    <a:lnL w="9525">
                      <a:solidFill>
                        <a:srgbClr val="B8C6CE"/>
                      </a:solidFill>
                      <a:prstDash val="soli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Add one bit and move later starts forward</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0 then 1</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extLst>
                  <a:ext uri="{0D108BD9-81ED-4DB2-BD59-A6C34878D82A}">
                    <a16:rowId xmlns:a16="http://schemas.microsoft.com/office/drawing/2014/main" val="10004"/>
                  </a:ext>
                </a:extLst>
              </a:tr>
              <a:tr h="504825">
                <a:tc>
                  <a:txBody>
                    <a:bodyPr/>
                    <a:lstStyle/>
                    <a:p>
                      <a:r>
                        <a:rPr sz="1650" b="0">
                          <a:solidFill>
                            <a:srgbClr val="20334A"/>
                          </a:solidFill>
                          <a:latin typeface="Arial"/>
                          <a:ea typeface="Arial"/>
                          <a:cs typeface="Arial"/>
                        </a:rPr>
                        <a:t>Delete one bit</a:t>
                      </a:r>
                    </a:p>
                  </a:txBody>
                  <a:tcPr anchor="ctr">
                    <a:lnL w="9525">
                      <a:solidFill>
                        <a:srgbClr val="B8C6CE"/>
                      </a:solidFill>
                      <a:prstDash val="soli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Remove one bit and move later starts backward</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tc>
                  <a:txBody>
                    <a:bodyPr/>
                    <a:lstStyle/>
                    <a:p>
                      <a:r>
                        <a:rPr sz="1650" b="0">
                          <a:solidFill>
                            <a:srgbClr val="20334A"/>
                          </a:solidFill>
                          <a:latin typeface="Arial"/>
                          <a:ea typeface="Arial"/>
                          <a:cs typeface="Arial"/>
                        </a:rPr>
                        <a:t>0 then 7</a:t>
                      </a:r>
                    </a:p>
                  </a:txBody>
                  <a:tcPr anchor="ctr">
                    <a:lnL w="9525" cap="flat" cmpd="sng" algn="ctr">
                      <a:solidFill>
                        <a:srgbClr val="B8C6CE"/>
                      </a:solidFill>
                      <a:prstDash val="solid"/>
                      <a:round/>
                      <a:headEnd type="none" w="med" len="med"/>
                      <a:tailEnd type="none" w="med" len="med"/>
                    </a:lnL>
                    <a:lnR w="9525">
                      <a:solidFill>
                        <a:srgbClr val="B8C6CE"/>
                      </a:solidFill>
                      <a:prstDash val="solid"/>
                    </a:lnR>
                    <a:lnT w="9525" cap="flat" cmpd="sng" algn="ctr">
                      <a:solidFill>
                        <a:srgbClr val="B8C6CE"/>
                      </a:solidFill>
                      <a:prstDash val="solid"/>
                      <a:round/>
                      <a:headEnd type="none" w="med" len="med"/>
                      <a:tailEnd type="none" w="med" len="med"/>
                    </a:lnT>
                    <a:lnB w="9525">
                      <a:solidFill>
                        <a:srgbClr val="B8C6CE"/>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Text 250">
            <a:extLst>
              <a:ext uri="{FF2B5EF4-FFF2-40B4-BE49-F238E27FC236}">
                <a16:creationId xmlns:a16="http://schemas.microsoft.com/office/drawing/2014/main" id="{29C0C921-1B71-481D-965C-4AB7E96DC83C}"/>
              </a:ext>
            </a:extLst>
          </p:cNvPr>
          <p:cNvSpPr>
            <a:spLocks noGrp="1"/>
          </p:cNvSpPr>
          <p:nvPr/>
        </p:nvSpPr>
        <p:spPr>
          <a:xfrm>
            <a:off x="685800" y="4610100"/>
            <a:ext cx="10820400" cy="285750"/>
          </a:xfrm>
          <a:prstGeom prst="rect">
            <a:avLst/>
          </a:prstGeom>
          <a:noFill/>
          <a:ln w="0">
            <a:noFill/>
          </a:ln>
        </p:spPr>
        <p:txBody>
          <a:bodyPr wrap="square" lIns="0" tIns="0" rIns="0" bIns="0" anchor="t">
            <a:noAutofit/>
          </a:bodyPr>
          <a:lstStyle>
            <a:lvl1pPr algn="l">
              <a:buNone/>
              <a:defRPr sz="1725" b="1">
                <a:solidFill>
                  <a:srgbClr val="20334A"/>
                </a:solidFill>
                <a:latin typeface="Arial"/>
                <a:ea typeface="Arial"/>
                <a:cs typeface="Arial"/>
              </a:defRPr>
            </a:lvl1pPr>
            <a:lvl2pPr algn="l">
              <a:buNone/>
              <a:defRPr sz="1725" b="1">
                <a:solidFill>
                  <a:srgbClr val="20334A"/>
                </a:solidFill>
                <a:latin typeface="Arial"/>
                <a:ea typeface="Arial"/>
                <a:cs typeface="Arial"/>
              </a:defRPr>
            </a:lvl2pPr>
            <a:lvl3pPr algn="l">
              <a:buNone/>
              <a:defRPr sz="1725" b="1">
                <a:solidFill>
                  <a:srgbClr val="20334A"/>
                </a:solidFill>
                <a:latin typeface="Arial"/>
                <a:ea typeface="Arial"/>
                <a:cs typeface="Arial"/>
              </a:defRPr>
            </a:lvl3pPr>
            <a:lvl4pPr algn="l">
              <a:buNone/>
              <a:defRPr sz="1725" b="1">
                <a:solidFill>
                  <a:srgbClr val="20334A"/>
                </a:solidFill>
                <a:latin typeface="Arial"/>
                <a:ea typeface="Arial"/>
                <a:cs typeface="Arial"/>
              </a:defRPr>
            </a:lvl4pPr>
            <a:lvl5pPr algn="l">
              <a:buNone/>
              <a:defRPr sz="1725" b="1">
                <a:solidFill>
                  <a:srgbClr val="20334A"/>
                </a:solidFill>
                <a:latin typeface="Arial"/>
                <a:ea typeface="Arial"/>
                <a:cs typeface="Arial"/>
              </a:defRPr>
            </a:lvl5pPr>
            <a:lvl6pPr algn="l">
              <a:buNone/>
              <a:defRPr sz="1725" b="1">
                <a:solidFill>
                  <a:srgbClr val="20334A"/>
                </a:solidFill>
                <a:latin typeface="Arial"/>
                <a:ea typeface="Arial"/>
                <a:cs typeface="Arial"/>
              </a:defRPr>
            </a:lvl6pPr>
            <a:lvl7pPr algn="l">
              <a:buNone/>
              <a:defRPr sz="1725" b="1">
                <a:solidFill>
                  <a:srgbClr val="20334A"/>
                </a:solidFill>
                <a:latin typeface="Arial"/>
                <a:ea typeface="Arial"/>
                <a:cs typeface="Arial"/>
              </a:defRPr>
            </a:lvl7pPr>
            <a:lvl8pPr algn="l">
              <a:buNone/>
              <a:defRPr sz="1725" b="1">
                <a:solidFill>
                  <a:srgbClr val="20334A"/>
                </a:solidFill>
                <a:latin typeface="Arial"/>
                <a:ea typeface="Arial"/>
                <a:cs typeface="Arial"/>
              </a:defRPr>
            </a:lvl8pPr>
            <a:lvl9pPr algn="l">
              <a:buNone/>
              <a:defRPr sz="1725" b="1">
                <a:solidFill>
                  <a:srgbClr val="20334A"/>
                </a:solidFill>
                <a:latin typeface="Arial"/>
                <a:ea typeface="Arial"/>
                <a:cs typeface="Arial"/>
              </a:defRPr>
            </a:lvl9pPr>
          </a:lstStyle>
          <a:p>
            <a:pPr algn="l">
              <a:buNone/>
              <a:defRPr sz="1725" b="1">
                <a:solidFill>
                  <a:srgbClr val="20334A"/>
                </a:solidFill>
                <a:latin typeface="Arial"/>
                <a:ea typeface="Arial"/>
                <a:cs typeface="Arial"/>
              </a:defRPr>
            </a:pPr>
            <a:r>
              <a:rPr sz="1725" b="1">
                <a:solidFill>
                  <a:srgbClr val="20334A"/>
                </a:solidFill>
                <a:latin typeface="Arial"/>
                <a:ea typeface="Arial"/>
                <a:cs typeface="Arial"/>
              </a:rPr>
              <a:t>Schematic edits to original bits 1 0 1 1 0 0</a:t>
            </a:r>
          </a:p>
        </p:txBody>
      </p:sp>
      <p:sp>
        <p:nvSpPr>
          <p:cNvPr id="6" name="Text 251">
            <a:extLst>
              <a:ext uri="{FF2B5EF4-FFF2-40B4-BE49-F238E27FC236}">
                <a16:creationId xmlns:a16="http://schemas.microsoft.com/office/drawing/2014/main" id="{26602689-7351-4AEA-A7AE-A94742BC6901}"/>
              </a:ext>
            </a:extLst>
          </p:cNvPr>
          <p:cNvSpPr>
            <a:spLocks noGrp="1"/>
          </p:cNvSpPr>
          <p:nvPr/>
        </p:nvSpPr>
        <p:spPr>
          <a:xfrm>
            <a:off x="685800" y="5038725"/>
            <a:ext cx="3390900" cy="266700"/>
          </a:xfrm>
          <a:prstGeom prst="rect">
            <a:avLst/>
          </a:prstGeom>
          <a:noFill/>
          <a:ln w="0">
            <a:noFill/>
          </a:ln>
        </p:spPr>
        <p:txBody>
          <a:bodyPr wrap="square" lIns="0" tIns="0" rIns="0" bIns="0" anchor="t">
            <a:noAutofit/>
          </a:bodyPr>
          <a:lstStyle>
            <a:lvl1pPr algn="l">
              <a:buNone/>
              <a:defRPr sz="1725" b="1">
                <a:solidFill>
                  <a:srgbClr val="93651E"/>
                </a:solidFill>
                <a:latin typeface="Arial"/>
                <a:ea typeface="Arial"/>
                <a:cs typeface="Arial"/>
              </a:defRPr>
            </a:lvl1pPr>
            <a:lvl2pPr algn="l">
              <a:buNone/>
              <a:defRPr sz="1725" b="1">
                <a:solidFill>
                  <a:srgbClr val="93651E"/>
                </a:solidFill>
                <a:latin typeface="Arial"/>
                <a:ea typeface="Arial"/>
                <a:cs typeface="Arial"/>
              </a:defRPr>
            </a:lvl2pPr>
            <a:lvl3pPr algn="l">
              <a:buNone/>
              <a:defRPr sz="1725" b="1">
                <a:solidFill>
                  <a:srgbClr val="93651E"/>
                </a:solidFill>
                <a:latin typeface="Arial"/>
                <a:ea typeface="Arial"/>
                <a:cs typeface="Arial"/>
              </a:defRPr>
            </a:lvl3pPr>
            <a:lvl4pPr algn="l">
              <a:buNone/>
              <a:defRPr sz="1725" b="1">
                <a:solidFill>
                  <a:srgbClr val="93651E"/>
                </a:solidFill>
                <a:latin typeface="Arial"/>
                <a:ea typeface="Arial"/>
                <a:cs typeface="Arial"/>
              </a:defRPr>
            </a:lvl4pPr>
            <a:lvl5pPr algn="l">
              <a:buNone/>
              <a:defRPr sz="1725" b="1">
                <a:solidFill>
                  <a:srgbClr val="93651E"/>
                </a:solidFill>
                <a:latin typeface="Arial"/>
                <a:ea typeface="Arial"/>
                <a:cs typeface="Arial"/>
              </a:defRPr>
            </a:lvl5pPr>
            <a:lvl6pPr algn="l">
              <a:buNone/>
              <a:defRPr sz="1725" b="1">
                <a:solidFill>
                  <a:srgbClr val="93651E"/>
                </a:solidFill>
                <a:latin typeface="Arial"/>
                <a:ea typeface="Arial"/>
                <a:cs typeface="Arial"/>
              </a:defRPr>
            </a:lvl6pPr>
            <a:lvl7pPr algn="l">
              <a:buNone/>
              <a:defRPr sz="1725" b="1">
                <a:solidFill>
                  <a:srgbClr val="93651E"/>
                </a:solidFill>
                <a:latin typeface="Arial"/>
                <a:ea typeface="Arial"/>
                <a:cs typeface="Arial"/>
              </a:defRPr>
            </a:lvl7pPr>
            <a:lvl8pPr algn="l">
              <a:buNone/>
              <a:defRPr sz="1725" b="1">
                <a:solidFill>
                  <a:srgbClr val="93651E"/>
                </a:solidFill>
                <a:latin typeface="Arial"/>
                <a:ea typeface="Arial"/>
                <a:cs typeface="Arial"/>
              </a:defRPr>
            </a:lvl8pPr>
            <a:lvl9pPr algn="l">
              <a:buNone/>
              <a:defRPr sz="1725" b="1">
                <a:solidFill>
                  <a:srgbClr val="93651E"/>
                </a:solidFill>
                <a:latin typeface="Arial"/>
                <a:ea typeface="Arial"/>
                <a:cs typeface="Arial"/>
              </a:defRPr>
            </a:lvl9pPr>
          </a:lstStyle>
          <a:p>
            <a:pPr algn="l">
              <a:buNone/>
              <a:defRPr sz="1725" b="1">
                <a:solidFill>
                  <a:srgbClr val="93651E"/>
                </a:solidFill>
                <a:latin typeface="Arial"/>
                <a:ea typeface="Arial"/>
                <a:cs typeface="Arial"/>
              </a:defRPr>
            </a:pPr>
            <a:r>
              <a:rPr sz="1725" b="1">
                <a:solidFill>
                  <a:srgbClr val="93651E"/>
                </a:solidFill>
                <a:latin typeface="Arial"/>
                <a:ea typeface="Arial"/>
                <a:cs typeface="Arial"/>
              </a:rPr>
              <a:t>Flip</a:t>
            </a:r>
          </a:p>
        </p:txBody>
      </p:sp>
      <p:sp>
        <p:nvSpPr>
          <p:cNvPr id="7" name="Text 252">
            <a:extLst>
              <a:ext uri="{FF2B5EF4-FFF2-40B4-BE49-F238E27FC236}">
                <a16:creationId xmlns:a16="http://schemas.microsoft.com/office/drawing/2014/main" id="{EE3ACEC5-0AFD-487D-BE55-13DE6CA5CE32}"/>
              </a:ext>
            </a:extLst>
          </p:cNvPr>
          <p:cNvSpPr>
            <a:spLocks noGrp="1"/>
          </p:cNvSpPr>
          <p:nvPr/>
        </p:nvSpPr>
        <p:spPr>
          <a:xfrm>
            <a:off x="685800" y="5381625"/>
            <a:ext cx="3390900" cy="295275"/>
          </a:xfrm>
          <a:prstGeom prst="rect">
            <a:avLst/>
          </a:prstGeom>
          <a:noFill/>
          <a:ln w="0">
            <a:noFill/>
          </a:ln>
        </p:spPr>
        <p:txBody>
          <a:bodyPr wrap="square" lIns="0" tIns="0" rIns="0" bIns="0" anchor="t">
            <a:noAutofit/>
          </a:bodyPr>
          <a:lstStyle>
            <a:lvl1pPr algn="l">
              <a:buNone/>
              <a:defRPr sz="1800" b="0">
                <a:solidFill>
                  <a:srgbClr val="20334A"/>
                </a:solidFill>
                <a:latin typeface="Consolas"/>
                <a:ea typeface="Consolas"/>
                <a:cs typeface="Consolas"/>
              </a:defRPr>
            </a:lvl1pPr>
            <a:lvl2pPr algn="l">
              <a:buNone/>
              <a:defRPr sz="1800" b="0">
                <a:solidFill>
                  <a:srgbClr val="20334A"/>
                </a:solidFill>
                <a:latin typeface="Consolas"/>
                <a:ea typeface="Consolas"/>
                <a:cs typeface="Consolas"/>
              </a:defRPr>
            </a:lvl2pPr>
            <a:lvl3pPr algn="l">
              <a:buNone/>
              <a:defRPr sz="1800" b="0">
                <a:solidFill>
                  <a:srgbClr val="20334A"/>
                </a:solidFill>
                <a:latin typeface="Consolas"/>
                <a:ea typeface="Consolas"/>
                <a:cs typeface="Consolas"/>
              </a:defRPr>
            </a:lvl3pPr>
            <a:lvl4pPr algn="l">
              <a:buNone/>
              <a:defRPr sz="1800" b="0">
                <a:solidFill>
                  <a:srgbClr val="20334A"/>
                </a:solidFill>
                <a:latin typeface="Consolas"/>
                <a:ea typeface="Consolas"/>
                <a:cs typeface="Consolas"/>
              </a:defRPr>
            </a:lvl4pPr>
            <a:lvl5pPr algn="l">
              <a:buNone/>
              <a:defRPr sz="1800" b="0">
                <a:solidFill>
                  <a:srgbClr val="20334A"/>
                </a:solidFill>
                <a:latin typeface="Consolas"/>
                <a:ea typeface="Consolas"/>
                <a:cs typeface="Consolas"/>
              </a:defRPr>
            </a:lvl5pPr>
            <a:lvl6pPr algn="l">
              <a:buNone/>
              <a:defRPr sz="1800" b="0">
                <a:solidFill>
                  <a:srgbClr val="20334A"/>
                </a:solidFill>
                <a:latin typeface="Consolas"/>
                <a:ea typeface="Consolas"/>
                <a:cs typeface="Consolas"/>
              </a:defRPr>
            </a:lvl6pPr>
            <a:lvl7pPr algn="l">
              <a:buNone/>
              <a:defRPr sz="1800" b="0">
                <a:solidFill>
                  <a:srgbClr val="20334A"/>
                </a:solidFill>
                <a:latin typeface="Consolas"/>
                <a:ea typeface="Consolas"/>
                <a:cs typeface="Consolas"/>
              </a:defRPr>
            </a:lvl7pPr>
            <a:lvl8pPr algn="l">
              <a:buNone/>
              <a:defRPr sz="1800" b="0">
                <a:solidFill>
                  <a:srgbClr val="20334A"/>
                </a:solidFill>
                <a:latin typeface="Consolas"/>
                <a:ea typeface="Consolas"/>
                <a:cs typeface="Consolas"/>
              </a:defRPr>
            </a:lvl8pPr>
            <a:lvl9pPr algn="l">
              <a:buNone/>
              <a:defRPr sz="1800" b="0">
                <a:solidFill>
                  <a:srgbClr val="20334A"/>
                </a:solidFill>
                <a:latin typeface="Consolas"/>
                <a:ea typeface="Consolas"/>
                <a:cs typeface="Consolas"/>
              </a:defRPr>
            </a:lvl9pPr>
          </a:lstStyle>
          <a:p>
            <a:pPr algn="l">
              <a:buNone/>
              <a:defRPr sz="1800" b="0">
                <a:solidFill>
                  <a:srgbClr val="20334A"/>
                </a:solidFill>
                <a:latin typeface="Consolas"/>
                <a:ea typeface="Consolas"/>
                <a:cs typeface="Consolas"/>
              </a:defRPr>
            </a:pPr>
            <a:r>
              <a:rPr sz="1800" b="0">
                <a:solidFill>
                  <a:srgbClr val="20334A"/>
                </a:solidFill>
                <a:latin typeface="Consolas"/>
                <a:ea typeface="Consolas"/>
                <a:cs typeface="Consolas"/>
              </a:rPr>
              <a:t>1 0 [0] 1 0 0</a:t>
            </a:r>
          </a:p>
        </p:txBody>
      </p:sp>
      <p:sp>
        <p:nvSpPr>
          <p:cNvPr id="8" name="Text 253">
            <a:extLst>
              <a:ext uri="{FF2B5EF4-FFF2-40B4-BE49-F238E27FC236}">
                <a16:creationId xmlns:a16="http://schemas.microsoft.com/office/drawing/2014/main" id="{4A2E4BB8-0265-427C-8194-BFD4C791FB94}"/>
              </a:ext>
            </a:extLst>
          </p:cNvPr>
          <p:cNvSpPr>
            <a:spLocks noGrp="1"/>
          </p:cNvSpPr>
          <p:nvPr/>
        </p:nvSpPr>
        <p:spPr>
          <a:xfrm>
            <a:off x="4400550" y="5038725"/>
            <a:ext cx="3390900" cy="266700"/>
          </a:xfrm>
          <a:prstGeom prst="rect">
            <a:avLst/>
          </a:prstGeom>
          <a:noFill/>
          <a:ln w="0">
            <a:noFill/>
          </a:ln>
        </p:spPr>
        <p:txBody>
          <a:bodyPr wrap="square" lIns="0" tIns="0" rIns="0" bIns="0" anchor="t">
            <a:noAutofit/>
          </a:bodyPr>
          <a:lstStyle>
            <a:lvl1pPr algn="l">
              <a:buNone/>
              <a:defRPr sz="1725" b="1">
                <a:solidFill>
                  <a:srgbClr val="93651E"/>
                </a:solidFill>
                <a:latin typeface="Arial"/>
                <a:ea typeface="Arial"/>
                <a:cs typeface="Arial"/>
              </a:defRPr>
            </a:lvl1pPr>
            <a:lvl2pPr algn="l">
              <a:buNone/>
              <a:defRPr sz="1725" b="1">
                <a:solidFill>
                  <a:srgbClr val="93651E"/>
                </a:solidFill>
                <a:latin typeface="Arial"/>
                <a:ea typeface="Arial"/>
                <a:cs typeface="Arial"/>
              </a:defRPr>
            </a:lvl2pPr>
            <a:lvl3pPr algn="l">
              <a:buNone/>
              <a:defRPr sz="1725" b="1">
                <a:solidFill>
                  <a:srgbClr val="93651E"/>
                </a:solidFill>
                <a:latin typeface="Arial"/>
                <a:ea typeface="Arial"/>
                <a:cs typeface="Arial"/>
              </a:defRPr>
            </a:lvl3pPr>
            <a:lvl4pPr algn="l">
              <a:buNone/>
              <a:defRPr sz="1725" b="1">
                <a:solidFill>
                  <a:srgbClr val="93651E"/>
                </a:solidFill>
                <a:latin typeface="Arial"/>
                <a:ea typeface="Arial"/>
                <a:cs typeface="Arial"/>
              </a:defRPr>
            </a:lvl4pPr>
            <a:lvl5pPr algn="l">
              <a:buNone/>
              <a:defRPr sz="1725" b="1">
                <a:solidFill>
                  <a:srgbClr val="93651E"/>
                </a:solidFill>
                <a:latin typeface="Arial"/>
                <a:ea typeface="Arial"/>
                <a:cs typeface="Arial"/>
              </a:defRPr>
            </a:lvl5pPr>
            <a:lvl6pPr algn="l">
              <a:buNone/>
              <a:defRPr sz="1725" b="1">
                <a:solidFill>
                  <a:srgbClr val="93651E"/>
                </a:solidFill>
                <a:latin typeface="Arial"/>
                <a:ea typeface="Arial"/>
                <a:cs typeface="Arial"/>
              </a:defRPr>
            </a:lvl6pPr>
            <a:lvl7pPr algn="l">
              <a:buNone/>
              <a:defRPr sz="1725" b="1">
                <a:solidFill>
                  <a:srgbClr val="93651E"/>
                </a:solidFill>
                <a:latin typeface="Arial"/>
                <a:ea typeface="Arial"/>
                <a:cs typeface="Arial"/>
              </a:defRPr>
            </a:lvl7pPr>
            <a:lvl8pPr algn="l">
              <a:buNone/>
              <a:defRPr sz="1725" b="1">
                <a:solidFill>
                  <a:srgbClr val="93651E"/>
                </a:solidFill>
                <a:latin typeface="Arial"/>
                <a:ea typeface="Arial"/>
                <a:cs typeface="Arial"/>
              </a:defRPr>
            </a:lvl8pPr>
            <a:lvl9pPr algn="l">
              <a:buNone/>
              <a:defRPr sz="1725" b="1">
                <a:solidFill>
                  <a:srgbClr val="93651E"/>
                </a:solidFill>
                <a:latin typeface="Arial"/>
                <a:ea typeface="Arial"/>
                <a:cs typeface="Arial"/>
              </a:defRPr>
            </a:lvl9pPr>
          </a:lstStyle>
          <a:p>
            <a:pPr algn="l">
              <a:buNone/>
              <a:defRPr sz="1725" b="1">
                <a:solidFill>
                  <a:srgbClr val="93651E"/>
                </a:solidFill>
                <a:latin typeface="Arial"/>
                <a:ea typeface="Arial"/>
                <a:cs typeface="Arial"/>
              </a:defRPr>
            </a:pPr>
            <a:r>
              <a:rPr sz="1725" b="1">
                <a:solidFill>
                  <a:srgbClr val="93651E"/>
                </a:solidFill>
                <a:latin typeface="Arial"/>
                <a:ea typeface="Arial"/>
                <a:cs typeface="Arial"/>
              </a:rPr>
              <a:t>Insert</a:t>
            </a:r>
          </a:p>
        </p:txBody>
      </p:sp>
      <p:sp>
        <p:nvSpPr>
          <p:cNvPr id="9" name="Text 254">
            <a:extLst>
              <a:ext uri="{FF2B5EF4-FFF2-40B4-BE49-F238E27FC236}">
                <a16:creationId xmlns:a16="http://schemas.microsoft.com/office/drawing/2014/main" id="{B565C37E-F02B-4D43-A294-FF7B5CD9E6F7}"/>
              </a:ext>
            </a:extLst>
          </p:cNvPr>
          <p:cNvSpPr>
            <a:spLocks noGrp="1"/>
          </p:cNvSpPr>
          <p:nvPr/>
        </p:nvSpPr>
        <p:spPr>
          <a:xfrm>
            <a:off x="4400550" y="5381625"/>
            <a:ext cx="3390900" cy="295275"/>
          </a:xfrm>
          <a:prstGeom prst="rect">
            <a:avLst/>
          </a:prstGeom>
          <a:noFill/>
          <a:ln w="0">
            <a:noFill/>
          </a:ln>
        </p:spPr>
        <p:txBody>
          <a:bodyPr wrap="square" lIns="0" tIns="0" rIns="0" bIns="0" anchor="t">
            <a:noAutofit/>
          </a:bodyPr>
          <a:lstStyle>
            <a:lvl1pPr algn="l">
              <a:buNone/>
              <a:defRPr sz="1800" b="0">
                <a:solidFill>
                  <a:srgbClr val="20334A"/>
                </a:solidFill>
                <a:latin typeface="Consolas"/>
                <a:ea typeface="Consolas"/>
                <a:cs typeface="Consolas"/>
              </a:defRPr>
            </a:lvl1pPr>
            <a:lvl2pPr algn="l">
              <a:buNone/>
              <a:defRPr sz="1800" b="0">
                <a:solidFill>
                  <a:srgbClr val="20334A"/>
                </a:solidFill>
                <a:latin typeface="Consolas"/>
                <a:ea typeface="Consolas"/>
                <a:cs typeface="Consolas"/>
              </a:defRPr>
            </a:lvl2pPr>
            <a:lvl3pPr algn="l">
              <a:buNone/>
              <a:defRPr sz="1800" b="0">
                <a:solidFill>
                  <a:srgbClr val="20334A"/>
                </a:solidFill>
                <a:latin typeface="Consolas"/>
                <a:ea typeface="Consolas"/>
                <a:cs typeface="Consolas"/>
              </a:defRPr>
            </a:lvl3pPr>
            <a:lvl4pPr algn="l">
              <a:buNone/>
              <a:defRPr sz="1800" b="0">
                <a:solidFill>
                  <a:srgbClr val="20334A"/>
                </a:solidFill>
                <a:latin typeface="Consolas"/>
                <a:ea typeface="Consolas"/>
                <a:cs typeface="Consolas"/>
              </a:defRPr>
            </a:lvl4pPr>
            <a:lvl5pPr algn="l">
              <a:buNone/>
              <a:defRPr sz="1800" b="0">
                <a:solidFill>
                  <a:srgbClr val="20334A"/>
                </a:solidFill>
                <a:latin typeface="Consolas"/>
                <a:ea typeface="Consolas"/>
                <a:cs typeface="Consolas"/>
              </a:defRPr>
            </a:lvl5pPr>
            <a:lvl6pPr algn="l">
              <a:buNone/>
              <a:defRPr sz="1800" b="0">
                <a:solidFill>
                  <a:srgbClr val="20334A"/>
                </a:solidFill>
                <a:latin typeface="Consolas"/>
                <a:ea typeface="Consolas"/>
                <a:cs typeface="Consolas"/>
              </a:defRPr>
            </a:lvl6pPr>
            <a:lvl7pPr algn="l">
              <a:buNone/>
              <a:defRPr sz="1800" b="0">
                <a:solidFill>
                  <a:srgbClr val="20334A"/>
                </a:solidFill>
                <a:latin typeface="Consolas"/>
                <a:ea typeface="Consolas"/>
                <a:cs typeface="Consolas"/>
              </a:defRPr>
            </a:lvl7pPr>
            <a:lvl8pPr algn="l">
              <a:buNone/>
              <a:defRPr sz="1800" b="0">
                <a:solidFill>
                  <a:srgbClr val="20334A"/>
                </a:solidFill>
                <a:latin typeface="Consolas"/>
                <a:ea typeface="Consolas"/>
                <a:cs typeface="Consolas"/>
              </a:defRPr>
            </a:lvl8pPr>
            <a:lvl9pPr algn="l">
              <a:buNone/>
              <a:defRPr sz="1800" b="0">
                <a:solidFill>
                  <a:srgbClr val="20334A"/>
                </a:solidFill>
                <a:latin typeface="Consolas"/>
                <a:ea typeface="Consolas"/>
                <a:cs typeface="Consolas"/>
              </a:defRPr>
            </a:lvl9pPr>
          </a:lstStyle>
          <a:p>
            <a:pPr algn="l">
              <a:buNone/>
              <a:defRPr sz="1800" b="0">
                <a:solidFill>
                  <a:srgbClr val="20334A"/>
                </a:solidFill>
                <a:latin typeface="Consolas"/>
                <a:ea typeface="Consolas"/>
                <a:cs typeface="Consolas"/>
              </a:defRPr>
            </a:pPr>
            <a:r>
              <a:rPr sz="1800" b="0">
                <a:solidFill>
                  <a:srgbClr val="20334A"/>
                </a:solidFill>
                <a:latin typeface="Consolas"/>
                <a:ea typeface="Consolas"/>
                <a:cs typeface="Consolas"/>
              </a:rPr>
              <a:t>1 0 [1] 1 1 0 0</a:t>
            </a:r>
          </a:p>
        </p:txBody>
      </p:sp>
      <p:sp>
        <p:nvSpPr>
          <p:cNvPr id="10" name="Text 255">
            <a:extLst>
              <a:ext uri="{FF2B5EF4-FFF2-40B4-BE49-F238E27FC236}">
                <a16:creationId xmlns:a16="http://schemas.microsoft.com/office/drawing/2014/main" id="{16140EEF-2A30-4BA8-8399-25C117BC8309}"/>
              </a:ext>
            </a:extLst>
          </p:cNvPr>
          <p:cNvSpPr>
            <a:spLocks noGrp="1"/>
          </p:cNvSpPr>
          <p:nvPr/>
        </p:nvSpPr>
        <p:spPr>
          <a:xfrm>
            <a:off x="8115300" y="5038725"/>
            <a:ext cx="3390900" cy="266700"/>
          </a:xfrm>
          <a:prstGeom prst="rect">
            <a:avLst/>
          </a:prstGeom>
          <a:noFill/>
          <a:ln w="0">
            <a:noFill/>
          </a:ln>
        </p:spPr>
        <p:txBody>
          <a:bodyPr wrap="square" lIns="0" tIns="0" rIns="0" bIns="0" anchor="t">
            <a:noAutofit/>
          </a:bodyPr>
          <a:lstStyle>
            <a:lvl1pPr algn="l">
              <a:buNone/>
              <a:defRPr sz="1725" b="1">
                <a:solidFill>
                  <a:srgbClr val="93651E"/>
                </a:solidFill>
                <a:latin typeface="Arial"/>
                <a:ea typeface="Arial"/>
                <a:cs typeface="Arial"/>
              </a:defRPr>
            </a:lvl1pPr>
            <a:lvl2pPr algn="l">
              <a:buNone/>
              <a:defRPr sz="1725" b="1">
                <a:solidFill>
                  <a:srgbClr val="93651E"/>
                </a:solidFill>
                <a:latin typeface="Arial"/>
                <a:ea typeface="Arial"/>
                <a:cs typeface="Arial"/>
              </a:defRPr>
            </a:lvl2pPr>
            <a:lvl3pPr algn="l">
              <a:buNone/>
              <a:defRPr sz="1725" b="1">
                <a:solidFill>
                  <a:srgbClr val="93651E"/>
                </a:solidFill>
                <a:latin typeface="Arial"/>
                <a:ea typeface="Arial"/>
                <a:cs typeface="Arial"/>
              </a:defRPr>
            </a:lvl3pPr>
            <a:lvl4pPr algn="l">
              <a:buNone/>
              <a:defRPr sz="1725" b="1">
                <a:solidFill>
                  <a:srgbClr val="93651E"/>
                </a:solidFill>
                <a:latin typeface="Arial"/>
                <a:ea typeface="Arial"/>
                <a:cs typeface="Arial"/>
              </a:defRPr>
            </a:lvl4pPr>
            <a:lvl5pPr algn="l">
              <a:buNone/>
              <a:defRPr sz="1725" b="1">
                <a:solidFill>
                  <a:srgbClr val="93651E"/>
                </a:solidFill>
                <a:latin typeface="Arial"/>
                <a:ea typeface="Arial"/>
                <a:cs typeface="Arial"/>
              </a:defRPr>
            </a:lvl5pPr>
            <a:lvl6pPr algn="l">
              <a:buNone/>
              <a:defRPr sz="1725" b="1">
                <a:solidFill>
                  <a:srgbClr val="93651E"/>
                </a:solidFill>
                <a:latin typeface="Arial"/>
                <a:ea typeface="Arial"/>
                <a:cs typeface="Arial"/>
              </a:defRPr>
            </a:lvl6pPr>
            <a:lvl7pPr algn="l">
              <a:buNone/>
              <a:defRPr sz="1725" b="1">
                <a:solidFill>
                  <a:srgbClr val="93651E"/>
                </a:solidFill>
                <a:latin typeface="Arial"/>
                <a:ea typeface="Arial"/>
                <a:cs typeface="Arial"/>
              </a:defRPr>
            </a:lvl7pPr>
            <a:lvl8pPr algn="l">
              <a:buNone/>
              <a:defRPr sz="1725" b="1">
                <a:solidFill>
                  <a:srgbClr val="93651E"/>
                </a:solidFill>
                <a:latin typeface="Arial"/>
                <a:ea typeface="Arial"/>
                <a:cs typeface="Arial"/>
              </a:defRPr>
            </a:lvl8pPr>
            <a:lvl9pPr algn="l">
              <a:buNone/>
              <a:defRPr sz="1725" b="1">
                <a:solidFill>
                  <a:srgbClr val="93651E"/>
                </a:solidFill>
                <a:latin typeface="Arial"/>
                <a:ea typeface="Arial"/>
                <a:cs typeface="Arial"/>
              </a:defRPr>
            </a:lvl9pPr>
          </a:lstStyle>
          <a:p>
            <a:pPr algn="l">
              <a:buNone/>
              <a:defRPr sz="1725" b="1">
                <a:solidFill>
                  <a:srgbClr val="93651E"/>
                </a:solidFill>
                <a:latin typeface="Arial"/>
                <a:ea typeface="Arial"/>
                <a:cs typeface="Arial"/>
              </a:defRPr>
            </a:pPr>
            <a:r>
              <a:rPr sz="1725" b="1">
                <a:solidFill>
                  <a:srgbClr val="93651E"/>
                </a:solidFill>
                <a:latin typeface="Arial"/>
                <a:ea typeface="Arial"/>
                <a:cs typeface="Arial"/>
              </a:rPr>
              <a:t>Delete</a:t>
            </a:r>
          </a:p>
        </p:txBody>
      </p:sp>
      <p:sp>
        <p:nvSpPr>
          <p:cNvPr id="11" name="Text 256">
            <a:extLst>
              <a:ext uri="{FF2B5EF4-FFF2-40B4-BE49-F238E27FC236}">
                <a16:creationId xmlns:a16="http://schemas.microsoft.com/office/drawing/2014/main" id="{F1DA11BE-9F49-42E5-8549-AC234BC42809}"/>
              </a:ext>
            </a:extLst>
          </p:cNvPr>
          <p:cNvSpPr>
            <a:spLocks noGrp="1"/>
          </p:cNvSpPr>
          <p:nvPr/>
        </p:nvSpPr>
        <p:spPr>
          <a:xfrm>
            <a:off x="8115300" y="5381625"/>
            <a:ext cx="3390900" cy="295275"/>
          </a:xfrm>
          <a:prstGeom prst="rect">
            <a:avLst/>
          </a:prstGeom>
          <a:noFill/>
          <a:ln w="0">
            <a:noFill/>
          </a:ln>
        </p:spPr>
        <p:txBody>
          <a:bodyPr wrap="square" lIns="0" tIns="0" rIns="0" bIns="0" anchor="t">
            <a:noAutofit/>
          </a:bodyPr>
          <a:lstStyle>
            <a:lvl1pPr algn="l">
              <a:buNone/>
              <a:defRPr sz="1800" b="0">
                <a:solidFill>
                  <a:srgbClr val="20334A"/>
                </a:solidFill>
                <a:latin typeface="Consolas"/>
                <a:ea typeface="Consolas"/>
                <a:cs typeface="Consolas"/>
              </a:defRPr>
            </a:lvl1pPr>
            <a:lvl2pPr algn="l">
              <a:buNone/>
              <a:defRPr sz="1800" b="0">
                <a:solidFill>
                  <a:srgbClr val="20334A"/>
                </a:solidFill>
                <a:latin typeface="Consolas"/>
                <a:ea typeface="Consolas"/>
                <a:cs typeface="Consolas"/>
              </a:defRPr>
            </a:lvl2pPr>
            <a:lvl3pPr algn="l">
              <a:buNone/>
              <a:defRPr sz="1800" b="0">
                <a:solidFill>
                  <a:srgbClr val="20334A"/>
                </a:solidFill>
                <a:latin typeface="Consolas"/>
                <a:ea typeface="Consolas"/>
                <a:cs typeface="Consolas"/>
              </a:defRPr>
            </a:lvl3pPr>
            <a:lvl4pPr algn="l">
              <a:buNone/>
              <a:defRPr sz="1800" b="0">
                <a:solidFill>
                  <a:srgbClr val="20334A"/>
                </a:solidFill>
                <a:latin typeface="Consolas"/>
                <a:ea typeface="Consolas"/>
                <a:cs typeface="Consolas"/>
              </a:defRPr>
            </a:lvl4pPr>
            <a:lvl5pPr algn="l">
              <a:buNone/>
              <a:defRPr sz="1800" b="0">
                <a:solidFill>
                  <a:srgbClr val="20334A"/>
                </a:solidFill>
                <a:latin typeface="Consolas"/>
                <a:ea typeface="Consolas"/>
                <a:cs typeface="Consolas"/>
              </a:defRPr>
            </a:lvl5pPr>
            <a:lvl6pPr algn="l">
              <a:buNone/>
              <a:defRPr sz="1800" b="0">
                <a:solidFill>
                  <a:srgbClr val="20334A"/>
                </a:solidFill>
                <a:latin typeface="Consolas"/>
                <a:ea typeface="Consolas"/>
                <a:cs typeface="Consolas"/>
              </a:defRPr>
            </a:lvl6pPr>
            <a:lvl7pPr algn="l">
              <a:buNone/>
              <a:defRPr sz="1800" b="0">
                <a:solidFill>
                  <a:srgbClr val="20334A"/>
                </a:solidFill>
                <a:latin typeface="Consolas"/>
                <a:ea typeface="Consolas"/>
                <a:cs typeface="Consolas"/>
              </a:defRPr>
            </a:lvl7pPr>
            <a:lvl8pPr algn="l">
              <a:buNone/>
              <a:defRPr sz="1800" b="0">
                <a:solidFill>
                  <a:srgbClr val="20334A"/>
                </a:solidFill>
                <a:latin typeface="Consolas"/>
                <a:ea typeface="Consolas"/>
                <a:cs typeface="Consolas"/>
              </a:defRPr>
            </a:lvl8pPr>
            <a:lvl9pPr algn="l">
              <a:buNone/>
              <a:defRPr sz="1800" b="0">
                <a:solidFill>
                  <a:srgbClr val="20334A"/>
                </a:solidFill>
                <a:latin typeface="Consolas"/>
                <a:ea typeface="Consolas"/>
                <a:cs typeface="Consolas"/>
              </a:defRPr>
            </a:lvl9pPr>
          </a:lstStyle>
          <a:p>
            <a:pPr algn="l">
              <a:buNone/>
              <a:defRPr sz="1800" b="0">
                <a:solidFill>
                  <a:srgbClr val="20334A"/>
                </a:solidFill>
                <a:latin typeface="Consolas"/>
                <a:ea typeface="Consolas"/>
                <a:cs typeface="Consolas"/>
              </a:defRPr>
            </a:pPr>
            <a:r>
              <a:rPr sz="1800" b="0">
                <a:solidFill>
                  <a:srgbClr val="20334A"/>
                </a:solidFill>
                <a:latin typeface="Consolas"/>
                <a:ea typeface="Consolas"/>
                <a:cs typeface="Consolas"/>
              </a:rPr>
              <a:t>1 0 [ ] 1 0 0</a:t>
            </a:r>
          </a:p>
        </p:txBody>
      </p:sp>
      <p:sp>
        <p:nvSpPr>
          <p:cNvPr id="12" name="Text 257">
            <a:extLst>
              <a:ext uri="{FF2B5EF4-FFF2-40B4-BE49-F238E27FC236}">
                <a16:creationId xmlns:a16="http://schemas.microsoft.com/office/drawing/2014/main" id="{901DDF71-C5F3-4305-97EE-B74F58ED7105}"/>
              </a:ext>
            </a:extLst>
          </p:cNvPr>
          <p:cNvSpPr>
            <a:spLocks noGrp="1"/>
          </p:cNvSpPr>
          <p:nvPr/>
        </p:nvSpPr>
        <p:spPr>
          <a:xfrm>
            <a:off x="685800" y="5867400"/>
            <a:ext cx="10820400" cy="276225"/>
          </a:xfrm>
          <a:prstGeom prst="rect">
            <a:avLst/>
          </a:prstGeom>
          <a:noFill/>
          <a:ln w="0">
            <a:noFill/>
          </a:ln>
        </p:spPr>
        <p:txBody>
          <a:bodyPr wrap="square" lIns="0" tIns="0" rIns="0" bIns="0" anchor="t">
            <a:noAutofit/>
          </a:bodyPr>
          <a:lstStyle>
            <a:lvl1pPr algn="l">
              <a:buNone/>
              <a:defRPr sz="1650" b="0">
                <a:solidFill>
                  <a:srgbClr val="28764F"/>
                </a:solidFill>
                <a:latin typeface="Arial"/>
                <a:ea typeface="Arial"/>
                <a:cs typeface="Arial"/>
              </a:defRPr>
            </a:lvl1pPr>
            <a:lvl2pPr algn="l">
              <a:buNone/>
              <a:defRPr sz="1650" b="0">
                <a:solidFill>
                  <a:srgbClr val="28764F"/>
                </a:solidFill>
                <a:latin typeface="Arial"/>
                <a:ea typeface="Arial"/>
                <a:cs typeface="Arial"/>
              </a:defRPr>
            </a:lvl2pPr>
            <a:lvl3pPr algn="l">
              <a:buNone/>
              <a:defRPr sz="1650" b="0">
                <a:solidFill>
                  <a:srgbClr val="28764F"/>
                </a:solidFill>
                <a:latin typeface="Arial"/>
                <a:ea typeface="Arial"/>
                <a:cs typeface="Arial"/>
              </a:defRPr>
            </a:lvl3pPr>
            <a:lvl4pPr algn="l">
              <a:buNone/>
              <a:defRPr sz="1650" b="0">
                <a:solidFill>
                  <a:srgbClr val="28764F"/>
                </a:solidFill>
                <a:latin typeface="Arial"/>
                <a:ea typeface="Arial"/>
                <a:cs typeface="Arial"/>
              </a:defRPr>
            </a:lvl4pPr>
            <a:lvl5pPr algn="l">
              <a:buNone/>
              <a:defRPr sz="1650" b="0">
                <a:solidFill>
                  <a:srgbClr val="28764F"/>
                </a:solidFill>
                <a:latin typeface="Arial"/>
                <a:ea typeface="Arial"/>
                <a:cs typeface="Arial"/>
              </a:defRPr>
            </a:lvl5pPr>
            <a:lvl6pPr algn="l">
              <a:buNone/>
              <a:defRPr sz="1650" b="0">
                <a:solidFill>
                  <a:srgbClr val="28764F"/>
                </a:solidFill>
                <a:latin typeface="Arial"/>
                <a:ea typeface="Arial"/>
                <a:cs typeface="Arial"/>
              </a:defRPr>
            </a:lvl6pPr>
            <a:lvl7pPr algn="l">
              <a:buNone/>
              <a:defRPr sz="1650" b="0">
                <a:solidFill>
                  <a:srgbClr val="28764F"/>
                </a:solidFill>
                <a:latin typeface="Arial"/>
                <a:ea typeface="Arial"/>
                <a:cs typeface="Arial"/>
              </a:defRPr>
            </a:lvl7pPr>
            <a:lvl8pPr algn="l">
              <a:buNone/>
              <a:defRPr sz="1650" b="0">
                <a:solidFill>
                  <a:srgbClr val="28764F"/>
                </a:solidFill>
                <a:latin typeface="Arial"/>
                <a:ea typeface="Arial"/>
                <a:cs typeface="Arial"/>
              </a:defRPr>
            </a:lvl8pPr>
            <a:lvl9pPr algn="l">
              <a:buNone/>
              <a:defRPr sz="1650" b="0">
                <a:solidFill>
                  <a:srgbClr val="28764F"/>
                </a:solidFill>
                <a:latin typeface="Arial"/>
                <a:ea typeface="Arial"/>
                <a:cs typeface="Arial"/>
              </a:defRPr>
            </a:lvl9pPr>
          </a:lstStyle>
          <a:p>
            <a:pPr algn="l">
              <a:buNone/>
              <a:defRPr sz="1650" b="0">
                <a:solidFill>
                  <a:srgbClr val="28764F"/>
                </a:solidFill>
                <a:latin typeface="Arial"/>
                <a:ea typeface="Arial"/>
                <a:cs typeface="Arial"/>
              </a:defRPr>
            </a:pPr>
            <a:r>
              <a:rPr sz="1650" b="0">
                <a:solidFill>
                  <a:srgbClr val="28764F"/>
                </a:solidFill>
                <a:latin typeface="Arial"/>
                <a:ea typeface="Arial"/>
                <a:cs typeface="Arial"/>
              </a:rPr>
              <a:t>Six-frame clean / offset runs: 6 accepted, 0 CRC failures</a:t>
            </a:r>
          </a:p>
        </p:txBody>
      </p:sp>
      <p:sp>
        <p:nvSpPr>
          <p:cNvPr id="13" name="Text 258">
            <a:extLst>
              <a:ext uri="{FF2B5EF4-FFF2-40B4-BE49-F238E27FC236}">
                <a16:creationId xmlns:a16="http://schemas.microsoft.com/office/drawing/2014/main" id="{8010D5E7-6ECF-4C2F-8A61-28A059C621AF}"/>
              </a:ext>
            </a:extLst>
          </p:cNvPr>
          <p:cNvSpPr>
            <a:spLocks noGrp="1"/>
          </p:cNvSpPr>
          <p:nvPr/>
        </p:nvSpPr>
        <p:spPr>
          <a:xfrm>
            <a:off x="685800" y="6181725"/>
            <a:ext cx="10820400" cy="276225"/>
          </a:xfrm>
          <a:prstGeom prst="rect">
            <a:avLst/>
          </a:prstGeom>
          <a:noFill/>
          <a:ln w="0">
            <a:noFill/>
          </a:ln>
        </p:spPr>
        <p:txBody>
          <a:bodyPr wrap="square" lIns="0" tIns="0" rIns="0" bIns="0" anchor="t">
            <a:noAutofit/>
          </a:bodyPr>
          <a:lstStyle>
            <a:lvl1pPr algn="l">
              <a:buNone/>
              <a:defRPr sz="1650" b="0">
                <a:solidFill>
                  <a:srgbClr val="20334A"/>
                </a:solidFill>
                <a:latin typeface="Arial"/>
                <a:ea typeface="Arial"/>
                <a:cs typeface="Arial"/>
              </a:defRPr>
            </a:lvl1pPr>
            <a:lvl2pPr algn="l">
              <a:buNone/>
              <a:defRPr sz="1650" b="0">
                <a:solidFill>
                  <a:srgbClr val="20334A"/>
                </a:solidFill>
                <a:latin typeface="Arial"/>
                <a:ea typeface="Arial"/>
                <a:cs typeface="Arial"/>
              </a:defRPr>
            </a:lvl2pPr>
            <a:lvl3pPr algn="l">
              <a:buNone/>
              <a:defRPr sz="1650" b="0">
                <a:solidFill>
                  <a:srgbClr val="20334A"/>
                </a:solidFill>
                <a:latin typeface="Arial"/>
                <a:ea typeface="Arial"/>
                <a:cs typeface="Arial"/>
              </a:defRPr>
            </a:lvl3pPr>
            <a:lvl4pPr algn="l">
              <a:buNone/>
              <a:defRPr sz="1650" b="0">
                <a:solidFill>
                  <a:srgbClr val="20334A"/>
                </a:solidFill>
                <a:latin typeface="Arial"/>
                <a:ea typeface="Arial"/>
                <a:cs typeface="Arial"/>
              </a:defRPr>
            </a:lvl4pPr>
            <a:lvl5pPr algn="l">
              <a:buNone/>
              <a:defRPr sz="1650" b="0">
                <a:solidFill>
                  <a:srgbClr val="20334A"/>
                </a:solidFill>
                <a:latin typeface="Arial"/>
                <a:ea typeface="Arial"/>
                <a:cs typeface="Arial"/>
              </a:defRPr>
            </a:lvl5pPr>
            <a:lvl6pPr algn="l">
              <a:buNone/>
              <a:defRPr sz="1650" b="0">
                <a:solidFill>
                  <a:srgbClr val="20334A"/>
                </a:solidFill>
                <a:latin typeface="Arial"/>
                <a:ea typeface="Arial"/>
                <a:cs typeface="Arial"/>
              </a:defRPr>
            </a:lvl6pPr>
            <a:lvl7pPr algn="l">
              <a:buNone/>
              <a:defRPr sz="1650" b="0">
                <a:solidFill>
                  <a:srgbClr val="20334A"/>
                </a:solidFill>
                <a:latin typeface="Arial"/>
                <a:ea typeface="Arial"/>
                <a:cs typeface="Arial"/>
              </a:defRPr>
            </a:lvl7pPr>
            <a:lvl8pPr algn="l">
              <a:buNone/>
              <a:defRPr sz="1650" b="0">
                <a:solidFill>
                  <a:srgbClr val="20334A"/>
                </a:solidFill>
                <a:latin typeface="Arial"/>
                <a:ea typeface="Arial"/>
                <a:cs typeface="Arial"/>
              </a:defRPr>
            </a:lvl8pPr>
            <a:lvl9pPr algn="l">
              <a:buNone/>
              <a:defRPr sz="1650" b="0">
                <a:solidFill>
                  <a:srgbClr val="20334A"/>
                </a:solidFill>
                <a:latin typeface="Arial"/>
                <a:ea typeface="Arial"/>
                <a:cs typeface="Arial"/>
              </a:defRPr>
            </a:lvl9pPr>
          </a:lstStyle>
          <a:p>
            <a:pPr algn="l">
              <a:buNone/>
              <a:defRPr sz="1650" b="0">
                <a:solidFill>
                  <a:srgbClr val="20334A"/>
                </a:solidFill>
                <a:latin typeface="Arial"/>
                <a:ea typeface="Arial"/>
                <a:cs typeface="Arial"/>
              </a:defRPr>
            </a:pPr>
            <a:r>
              <a:rPr sz="1650" b="0">
                <a:solidFill>
                  <a:srgbClr val="20334A"/>
                </a:solidFill>
                <a:latin typeface="Arial"/>
                <a:ea typeface="Arial"/>
                <a:cs typeface="Arial"/>
              </a:rPr>
              <a:t>Flip / insert / delete: 5 accepted, 1 CRC failure, 1 gap, 1 reacquisition</a:t>
            </a:r>
          </a:p>
        </p:txBody>
      </p:sp>
    </p:spTree>
    <p:extLst>
      <p:ext uri="{BB962C8B-B14F-4D97-AF65-F5344CB8AC3E}">
        <p14:creationId xmlns:p14="http://schemas.microsoft.com/office/powerpoint/2010/main" val="820204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FE471C4E-F03F-46E4-B368-717DFDD8589C}"/>
              </a:ext>
            </a:extLst>
          </p:cNvPr>
          <p:cNvSpPr>
            <a:spLocks noGrp="1"/>
          </p:cNvSpPr>
          <p:nvPr/>
        </p:nvSpPr>
        <p:spPr>
          <a:xfrm>
            <a:off x="685800" y="457200"/>
            <a:ext cx="10820400" cy="628650"/>
          </a:xfrm>
          <a:prstGeom prst="rect">
            <a:avLst/>
          </a:prstGeom>
          <a:noFill/>
          <a:ln w="0">
            <a:noFill/>
          </a:ln>
        </p:spPr>
        <p:txBody>
          <a:bodyPr wrap="square" lIns="0" tIns="0" rIns="0" bIns="0" anchor="t">
            <a:noAutofit/>
          </a:bodyPr>
          <a:lstStyle>
            <a:lvl1pPr algn="l">
              <a:buNone/>
              <a:defRPr sz="2700" b="1">
                <a:solidFill>
                  <a:srgbClr val="20334A"/>
                </a:solidFill>
                <a:latin typeface="Arial"/>
                <a:ea typeface="Arial"/>
                <a:cs typeface="Arial"/>
              </a:defRPr>
            </a:lvl1pPr>
            <a:lvl2pPr algn="l">
              <a:buNone/>
              <a:defRPr sz="2700" b="1">
                <a:solidFill>
                  <a:srgbClr val="20334A"/>
                </a:solidFill>
                <a:latin typeface="Arial"/>
                <a:ea typeface="Arial"/>
                <a:cs typeface="Arial"/>
              </a:defRPr>
            </a:lvl2pPr>
            <a:lvl3pPr algn="l">
              <a:buNone/>
              <a:defRPr sz="2700" b="1">
                <a:solidFill>
                  <a:srgbClr val="20334A"/>
                </a:solidFill>
                <a:latin typeface="Arial"/>
                <a:ea typeface="Arial"/>
                <a:cs typeface="Arial"/>
              </a:defRPr>
            </a:lvl3pPr>
            <a:lvl4pPr algn="l">
              <a:buNone/>
              <a:defRPr sz="2700" b="1">
                <a:solidFill>
                  <a:srgbClr val="20334A"/>
                </a:solidFill>
                <a:latin typeface="Arial"/>
                <a:ea typeface="Arial"/>
                <a:cs typeface="Arial"/>
              </a:defRPr>
            </a:lvl4pPr>
            <a:lvl5pPr algn="l">
              <a:buNone/>
              <a:defRPr sz="2700" b="1">
                <a:solidFill>
                  <a:srgbClr val="20334A"/>
                </a:solidFill>
                <a:latin typeface="Arial"/>
                <a:ea typeface="Arial"/>
                <a:cs typeface="Arial"/>
              </a:defRPr>
            </a:lvl5pPr>
            <a:lvl6pPr algn="l">
              <a:buNone/>
              <a:defRPr sz="2700" b="1">
                <a:solidFill>
                  <a:srgbClr val="20334A"/>
                </a:solidFill>
                <a:latin typeface="Arial"/>
                <a:ea typeface="Arial"/>
                <a:cs typeface="Arial"/>
              </a:defRPr>
            </a:lvl6pPr>
            <a:lvl7pPr algn="l">
              <a:buNone/>
              <a:defRPr sz="2700" b="1">
                <a:solidFill>
                  <a:srgbClr val="20334A"/>
                </a:solidFill>
                <a:latin typeface="Arial"/>
                <a:ea typeface="Arial"/>
                <a:cs typeface="Arial"/>
              </a:defRPr>
            </a:lvl7pPr>
            <a:lvl8pPr algn="l">
              <a:buNone/>
              <a:defRPr sz="2700" b="1">
                <a:solidFill>
                  <a:srgbClr val="20334A"/>
                </a:solidFill>
                <a:latin typeface="Arial"/>
                <a:ea typeface="Arial"/>
                <a:cs typeface="Arial"/>
              </a:defRPr>
            </a:lvl8pPr>
            <a:lvl9pPr algn="l">
              <a:buNone/>
              <a:defRPr sz="2700" b="1">
                <a:solidFill>
                  <a:srgbClr val="20334A"/>
                </a:solidFill>
                <a:latin typeface="Arial"/>
                <a:ea typeface="Arial"/>
                <a:cs typeface="Arial"/>
              </a:defRPr>
            </a:lvl9pPr>
          </a:lstStyle>
          <a:p>
            <a:pPr algn="l">
              <a:buNone/>
              <a:defRPr sz="2700" b="1">
                <a:solidFill>
                  <a:srgbClr val="20334A"/>
                </a:solidFill>
                <a:latin typeface="Arial"/>
                <a:ea typeface="Arial"/>
                <a:cs typeface="Arial"/>
              </a:defRPr>
            </a:pPr>
            <a:r>
              <a:rPr sz="2700" b="1">
                <a:solidFill>
                  <a:srgbClr val="20334A"/>
                </a:solidFill>
                <a:latin typeface="Arial"/>
                <a:ea typeface="Arial"/>
                <a:cs typeface="Arial"/>
              </a:rPr>
              <a:t>Demonstration workflow</a:t>
            </a:r>
          </a:p>
        </p:txBody>
      </p:sp>
      <p:sp>
        <p:nvSpPr>
          <p:cNvPr id="4" name="Diagram 260">
            <a:extLst>
              <a:ext uri="{FF2B5EF4-FFF2-40B4-BE49-F238E27FC236}">
                <a16:creationId xmlns:a16="http://schemas.microsoft.com/office/drawing/2014/main" id="{C8FE7988-4706-49C2-B61B-F0FA32D94464}"/>
              </a:ext>
            </a:extLst>
          </p:cNvPr>
          <p:cNvSpPr>
            <a:spLocks noGrp="1"/>
          </p:cNvSpPr>
          <p:nvPr/>
        </p:nvSpPr>
        <p:spPr>
          <a:xfrm>
            <a:off x="685800" y="1476375"/>
            <a:ext cx="2857500" cy="12192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5" name="Text 261">
            <a:extLst>
              <a:ext uri="{FF2B5EF4-FFF2-40B4-BE49-F238E27FC236}">
                <a16:creationId xmlns:a16="http://schemas.microsoft.com/office/drawing/2014/main" id="{D722330F-ADC8-4B16-8B1E-782CF11EBBD5}"/>
              </a:ext>
            </a:extLst>
          </p:cNvPr>
          <p:cNvSpPr>
            <a:spLocks noGrp="1"/>
          </p:cNvSpPr>
          <p:nvPr/>
        </p:nvSpPr>
        <p:spPr>
          <a:xfrm>
            <a:off x="838200" y="1647825"/>
            <a:ext cx="2552700" cy="304800"/>
          </a:xfrm>
          <a:prstGeom prst="rect">
            <a:avLst/>
          </a:prstGeom>
          <a:noFill/>
          <a:ln w="0">
            <a:noFill/>
          </a:ln>
        </p:spPr>
        <p:txBody>
          <a:bodyPr wrap="square" lIns="0" tIns="0" rIns="0" bIns="0" anchor="t">
            <a:noAutofit/>
          </a:bodyPr>
          <a:lstStyle>
            <a:lvl1pPr algn="l">
              <a:buNone/>
              <a:defRPr sz="1800" b="1">
                <a:solidFill>
                  <a:srgbClr val="166D73"/>
                </a:solidFill>
                <a:latin typeface="Arial"/>
                <a:ea typeface="Arial"/>
                <a:cs typeface="Arial"/>
              </a:defRPr>
            </a:lvl1pPr>
            <a:lvl2pPr algn="l">
              <a:buNone/>
              <a:defRPr sz="1800" b="1">
                <a:solidFill>
                  <a:srgbClr val="166D73"/>
                </a:solidFill>
                <a:latin typeface="Arial"/>
                <a:ea typeface="Arial"/>
                <a:cs typeface="Arial"/>
              </a:defRPr>
            </a:lvl2pPr>
            <a:lvl3pPr algn="l">
              <a:buNone/>
              <a:defRPr sz="1800" b="1">
                <a:solidFill>
                  <a:srgbClr val="166D73"/>
                </a:solidFill>
                <a:latin typeface="Arial"/>
                <a:ea typeface="Arial"/>
                <a:cs typeface="Arial"/>
              </a:defRPr>
            </a:lvl3pPr>
            <a:lvl4pPr algn="l">
              <a:buNone/>
              <a:defRPr sz="1800" b="1">
                <a:solidFill>
                  <a:srgbClr val="166D73"/>
                </a:solidFill>
                <a:latin typeface="Arial"/>
                <a:ea typeface="Arial"/>
                <a:cs typeface="Arial"/>
              </a:defRPr>
            </a:lvl4pPr>
            <a:lvl5pPr algn="l">
              <a:buNone/>
              <a:defRPr sz="1800" b="1">
                <a:solidFill>
                  <a:srgbClr val="166D73"/>
                </a:solidFill>
                <a:latin typeface="Arial"/>
                <a:ea typeface="Arial"/>
                <a:cs typeface="Arial"/>
              </a:defRPr>
            </a:lvl5pPr>
            <a:lvl6pPr algn="l">
              <a:buNone/>
              <a:defRPr sz="1800" b="1">
                <a:solidFill>
                  <a:srgbClr val="166D73"/>
                </a:solidFill>
                <a:latin typeface="Arial"/>
                <a:ea typeface="Arial"/>
                <a:cs typeface="Arial"/>
              </a:defRPr>
            </a:lvl6pPr>
            <a:lvl7pPr algn="l">
              <a:buNone/>
              <a:defRPr sz="1800" b="1">
                <a:solidFill>
                  <a:srgbClr val="166D73"/>
                </a:solidFill>
                <a:latin typeface="Arial"/>
                <a:ea typeface="Arial"/>
                <a:cs typeface="Arial"/>
              </a:defRPr>
            </a:lvl7pPr>
            <a:lvl8pPr algn="l">
              <a:buNone/>
              <a:defRPr sz="1800" b="1">
                <a:solidFill>
                  <a:srgbClr val="166D73"/>
                </a:solidFill>
                <a:latin typeface="Arial"/>
                <a:ea typeface="Arial"/>
                <a:cs typeface="Arial"/>
              </a:defRPr>
            </a:lvl8pPr>
            <a:lvl9pPr algn="l">
              <a:buNone/>
              <a:defRPr sz="1800" b="1">
                <a:solidFill>
                  <a:srgbClr val="166D73"/>
                </a:solidFill>
                <a:latin typeface="Arial"/>
                <a:ea typeface="Arial"/>
                <a:cs typeface="Arial"/>
              </a:defRPr>
            </a:lvl9pPr>
          </a:lstStyle>
          <a:p>
            <a:pPr algn="l">
              <a:buNone/>
              <a:defRPr sz="1800" b="1">
                <a:solidFill>
                  <a:srgbClr val="166D73"/>
                </a:solidFill>
                <a:latin typeface="Arial"/>
                <a:ea typeface="Arial"/>
                <a:cs typeface="Arial"/>
              </a:defRPr>
            </a:pPr>
            <a:r>
              <a:rPr sz="1800" b="1">
                <a:solidFill>
                  <a:srgbClr val="166D73"/>
                </a:solidFill>
                <a:latin typeface="Arial"/>
                <a:ea typeface="Arial"/>
                <a:cs typeface="Arial"/>
              </a:rPr>
              <a:t>1  Clean transmission</a:t>
            </a:r>
          </a:p>
        </p:txBody>
      </p:sp>
      <p:sp>
        <p:nvSpPr>
          <p:cNvPr id="6" name="Text 262">
            <a:extLst>
              <a:ext uri="{FF2B5EF4-FFF2-40B4-BE49-F238E27FC236}">
                <a16:creationId xmlns:a16="http://schemas.microsoft.com/office/drawing/2014/main" id="{A0E88AA3-57D9-4098-9B00-06CD2C1466F8}"/>
              </a:ext>
            </a:extLst>
          </p:cNvPr>
          <p:cNvSpPr>
            <a:spLocks noGrp="1"/>
          </p:cNvSpPr>
          <p:nvPr/>
        </p:nvSpPr>
        <p:spPr>
          <a:xfrm>
            <a:off x="838200" y="2047875"/>
            <a:ext cx="2552700" cy="533400"/>
          </a:xfrm>
          <a:prstGeom prst="rect">
            <a:avLst/>
          </a:prstGeom>
          <a:noFill/>
          <a:ln w="0">
            <a:noFill/>
          </a:ln>
        </p:spPr>
        <p:txBody>
          <a:bodyPr wrap="square" lIns="0" tIns="0" rIns="0" bIns="0" anchor="t">
            <a:noAutofit/>
          </a:bodyPr>
          <a:lstStyle>
            <a:lvl1pPr algn="l">
              <a:buNone/>
              <a:defRPr sz="1650" b="0">
                <a:solidFill>
                  <a:srgbClr val="20334A"/>
                </a:solidFill>
                <a:latin typeface="Arial"/>
                <a:ea typeface="Arial"/>
                <a:cs typeface="Arial"/>
              </a:defRPr>
            </a:lvl1pPr>
            <a:lvl2pPr algn="l">
              <a:buNone/>
              <a:defRPr sz="1650" b="0">
                <a:solidFill>
                  <a:srgbClr val="20334A"/>
                </a:solidFill>
                <a:latin typeface="Arial"/>
                <a:ea typeface="Arial"/>
                <a:cs typeface="Arial"/>
              </a:defRPr>
            </a:lvl2pPr>
            <a:lvl3pPr algn="l">
              <a:buNone/>
              <a:defRPr sz="1650" b="0">
                <a:solidFill>
                  <a:srgbClr val="20334A"/>
                </a:solidFill>
                <a:latin typeface="Arial"/>
                <a:ea typeface="Arial"/>
                <a:cs typeface="Arial"/>
              </a:defRPr>
            </a:lvl3pPr>
            <a:lvl4pPr algn="l">
              <a:buNone/>
              <a:defRPr sz="1650" b="0">
                <a:solidFill>
                  <a:srgbClr val="20334A"/>
                </a:solidFill>
                <a:latin typeface="Arial"/>
                <a:ea typeface="Arial"/>
                <a:cs typeface="Arial"/>
              </a:defRPr>
            </a:lvl4pPr>
            <a:lvl5pPr algn="l">
              <a:buNone/>
              <a:defRPr sz="1650" b="0">
                <a:solidFill>
                  <a:srgbClr val="20334A"/>
                </a:solidFill>
                <a:latin typeface="Arial"/>
                <a:ea typeface="Arial"/>
                <a:cs typeface="Arial"/>
              </a:defRPr>
            </a:lvl5pPr>
            <a:lvl6pPr algn="l">
              <a:buNone/>
              <a:defRPr sz="1650" b="0">
                <a:solidFill>
                  <a:srgbClr val="20334A"/>
                </a:solidFill>
                <a:latin typeface="Arial"/>
                <a:ea typeface="Arial"/>
                <a:cs typeface="Arial"/>
              </a:defRPr>
            </a:lvl6pPr>
            <a:lvl7pPr algn="l">
              <a:buNone/>
              <a:defRPr sz="1650" b="0">
                <a:solidFill>
                  <a:srgbClr val="20334A"/>
                </a:solidFill>
                <a:latin typeface="Arial"/>
                <a:ea typeface="Arial"/>
                <a:cs typeface="Arial"/>
              </a:defRPr>
            </a:lvl7pPr>
            <a:lvl8pPr algn="l">
              <a:buNone/>
              <a:defRPr sz="1650" b="0">
                <a:solidFill>
                  <a:srgbClr val="20334A"/>
                </a:solidFill>
                <a:latin typeface="Arial"/>
                <a:ea typeface="Arial"/>
                <a:cs typeface="Arial"/>
              </a:defRPr>
            </a:lvl8pPr>
            <a:lvl9pPr algn="l">
              <a:buNone/>
              <a:defRPr sz="1650" b="0">
                <a:solidFill>
                  <a:srgbClr val="20334A"/>
                </a:solidFill>
                <a:latin typeface="Arial"/>
                <a:ea typeface="Arial"/>
                <a:cs typeface="Arial"/>
              </a:defRPr>
            </a:lvl9pPr>
          </a:lstStyle>
          <a:p>
            <a:pPr algn="l">
              <a:buNone/>
              <a:defRPr sz="1650" b="0">
                <a:solidFill>
                  <a:srgbClr val="20334A"/>
                </a:solidFill>
                <a:latin typeface="Arial"/>
                <a:ea typeface="Arial"/>
                <a:cs typeface="Arial"/>
              </a:defRPr>
            </a:pPr>
            <a:r>
              <a:rPr sz="1650" b="0">
                <a:solidFill>
                  <a:srgbClr val="20334A"/>
                </a:solidFill>
                <a:latin typeface="Arial"/>
                <a:ea typeface="Arial"/>
                <a:cs typeface="Arial"/>
              </a:rPr>
              <a:t>Buffer fills and a frame passes</a:t>
            </a:r>
          </a:p>
        </p:txBody>
      </p:sp>
      <p:sp>
        <p:nvSpPr>
          <p:cNvPr id="7" name="Diagram 263">
            <a:extLst>
              <a:ext uri="{FF2B5EF4-FFF2-40B4-BE49-F238E27FC236}">
                <a16:creationId xmlns:a16="http://schemas.microsoft.com/office/drawing/2014/main" id="{B16DE7F8-4AB6-41DE-BD7A-384FB8EAB5D4}"/>
              </a:ext>
            </a:extLst>
          </p:cNvPr>
          <p:cNvSpPr>
            <a:spLocks noGrp="1"/>
          </p:cNvSpPr>
          <p:nvPr/>
        </p:nvSpPr>
        <p:spPr>
          <a:xfrm>
            <a:off x="4667250" y="1476375"/>
            <a:ext cx="2857500" cy="12192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8" name="Text 264">
            <a:extLst>
              <a:ext uri="{FF2B5EF4-FFF2-40B4-BE49-F238E27FC236}">
                <a16:creationId xmlns:a16="http://schemas.microsoft.com/office/drawing/2014/main" id="{880484B6-0834-4DB6-8A36-7F43CDDB32E4}"/>
              </a:ext>
            </a:extLst>
          </p:cNvPr>
          <p:cNvSpPr>
            <a:spLocks noGrp="1"/>
          </p:cNvSpPr>
          <p:nvPr/>
        </p:nvSpPr>
        <p:spPr>
          <a:xfrm>
            <a:off x="4819650" y="1647825"/>
            <a:ext cx="2552700" cy="304800"/>
          </a:xfrm>
          <a:prstGeom prst="rect">
            <a:avLst/>
          </a:prstGeom>
          <a:noFill/>
          <a:ln w="0">
            <a:noFill/>
          </a:ln>
        </p:spPr>
        <p:txBody>
          <a:bodyPr wrap="square" lIns="0" tIns="0" rIns="0" bIns="0" anchor="t">
            <a:noAutofit/>
          </a:bodyPr>
          <a:lstStyle>
            <a:lvl1pPr algn="l">
              <a:buNone/>
              <a:defRPr sz="1800" b="1">
                <a:solidFill>
                  <a:srgbClr val="166D73"/>
                </a:solidFill>
                <a:latin typeface="Arial"/>
                <a:ea typeface="Arial"/>
                <a:cs typeface="Arial"/>
              </a:defRPr>
            </a:lvl1pPr>
            <a:lvl2pPr algn="l">
              <a:buNone/>
              <a:defRPr sz="1800" b="1">
                <a:solidFill>
                  <a:srgbClr val="166D73"/>
                </a:solidFill>
                <a:latin typeface="Arial"/>
                <a:ea typeface="Arial"/>
                <a:cs typeface="Arial"/>
              </a:defRPr>
            </a:lvl2pPr>
            <a:lvl3pPr algn="l">
              <a:buNone/>
              <a:defRPr sz="1800" b="1">
                <a:solidFill>
                  <a:srgbClr val="166D73"/>
                </a:solidFill>
                <a:latin typeface="Arial"/>
                <a:ea typeface="Arial"/>
                <a:cs typeface="Arial"/>
              </a:defRPr>
            </a:lvl3pPr>
            <a:lvl4pPr algn="l">
              <a:buNone/>
              <a:defRPr sz="1800" b="1">
                <a:solidFill>
                  <a:srgbClr val="166D73"/>
                </a:solidFill>
                <a:latin typeface="Arial"/>
                <a:ea typeface="Arial"/>
                <a:cs typeface="Arial"/>
              </a:defRPr>
            </a:lvl4pPr>
            <a:lvl5pPr algn="l">
              <a:buNone/>
              <a:defRPr sz="1800" b="1">
                <a:solidFill>
                  <a:srgbClr val="166D73"/>
                </a:solidFill>
                <a:latin typeface="Arial"/>
                <a:ea typeface="Arial"/>
                <a:cs typeface="Arial"/>
              </a:defRPr>
            </a:lvl5pPr>
            <a:lvl6pPr algn="l">
              <a:buNone/>
              <a:defRPr sz="1800" b="1">
                <a:solidFill>
                  <a:srgbClr val="166D73"/>
                </a:solidFill>
                <a:latin typeface="Arial"/>
                <a:ea typeface="Arial"/>
                <a:cs typeface="Arial"/>
              </a:defRPr>
            </a:lvl6pPr>
            <a:lvl7pPr algn="l">
              <a:buNone/>
              <a:defRPr sz="1800" b="1">
                <a:solidFill>
                  <a:srgbClr val="166D73"/>
                </a:solidFill>
                <a:latin typeface="Arial"/>
                <a:ea typeface="Arial"/>
                <a:cs typeface="Arial"/>
              </a:defRPr>
            </a:lvl7pPr>
            <a:lvl8pPr algn="l">
              <a:buNone/>
              <a:defRPr sz="1800" b="1">
                <a:solidFill>
                  <a:srgbClr val="166D73"/>
                </a:solidFill>
                <a:latin typeface="Arial"/>
                <a:ea typeface="Arial"/>
                <a:cs typeface="Arial"/>
              </a:defRPr>
            </a:lvl8pPr>
            <a:lvl9pPr algn="l">
              <a:buNone/>
              <a:defRPr sz="1800" b="1">
                <a:solidFill>
                  <a:srgbClr val="166D73"/>
                </a:solidFill>
                <a:latin typeface="Arial"/>
                <a:ea typeface="Arial"/>
                <a:cs typeface="Arial"/>
              </a:defRPr>
            </a:lvl9pPr>
          </a:lstStyle>
          <a:p>
            <a:pPr algn="l">
              <a:buNone/>
              <a:defRPr sz="1800" b="1">
                <a:solidFill>
                  <a:srgbClr val="166D73"/>
                </a:solidFill>
                <a:latin typeface="Arial"/>
                <a:ea typeface="Arial"/>
                <a:cs typeface="Arial"/>
              </a:defRPr>
            </a:pPr>
            <a:r>
              <a:rPr sz="1800" b="1">
                <a:solidFill>
                  <a:srgbClr val="166D73"/>
                </a:solidFill>
                <a:latin typeface="Arial"/>
                <a:ea typeface="Arial"/>
                <a:cs typeface="Arial"/>
              </a:rPr>
              <a:t>2  Flip one bit</a:t>
            </a:r>
          </a:p>
        </p:txBody>
      </p:sp>
      <p:sp>
        <p:nvSpPr>
          <p:cNvPr id="9" name="Text 265">
            <a:extLst>
              <a:ext uri="{FF2B5EF4-FFF2-40B4-BE49-F238E27FC236}">
                <a16:creationId xmlns:a16="http://schemas.microsoft.com/office/drawing/2014/main" id="{87EEE6AF-B4A5-44C0-B8C2-97F04C4CB423}"/>
              </a:ext>
            </a:extLst>
          </p:cNvPr>
          <p:cNvSpPr>
            <a:spLocks noGrp="1"/>
          </p:cNvSpPr>
          <p:nvPr/>
        </p:nvSpPr>
        <p:spPr>
          <a:xfrm>
            <a:off x="4819650" y="2047875"/>
            <a:ext cx="2552700" cy="533400"/>
          </a:xfrm>
          <a:prstGeom prst="rect">
            <a:avLst/>
          </a:prstGeom>
          <a:noFill/>
          <a:ln w="0">
            <a:noFill/>
          </a:ln>
        </p:spPr>
        <p:txBody>
          <a:bodyPr wrap="square" lIns="0" tIns="0" rIns="0" bIns="0" anchor="t">
            <a:noAutofit/>
          </a:bodyPr>
          <a:lstStyle>
            <a:lvl1pPr algn="l">
              <a:buNone/>
              <a:defRPr sz="1650" b="0">
                <a:solidFill>
                  <a:srgbClr val="20334A"/>
                </a:solidFill>
                <a:latin typeface="Arial"/>
                <a:ea typeface="Arial"/>
                <a:cs typeface="Arial"/>
              </a:defRPr>
            </a:lvl1pPr>
            <a:lvl2pPr algn="l">
              <a:buNone/>
              <a:defRPr sz="1650" b="0">
                <a:solidFill>
                  <a:srgbClr val="20334A"/>
                </a:solidFill>
                <a:latin typeface="Arial"/>
                <a:ea typeface="Arial"/>
                <a:cs typeface="Arial"/>
              </a:defRPr>
            </a:lvl2pPr>
            <a:lvl3pPr algn="l">
              <a:buNone/>
              <a:defRPr sz="1650" b="0">
                <a:solidFill>
                  <a:srgbClr val="20334A"/>
                </a:solidFill>
                <a:latin typeface="Arial"/>
                <a:ea typeface="Arial"/>
                <a:cs typeface="Arial"/>
              </a:defRPr>
            </a:lvl3pPr>
            <a:lvl4pPr algn="l">
              <a:buNone/>
              <a:defRPr sz="1650" b="0">
                <a:solidFill>
                  <a:srgbClr val="20334A"/>
                </a:solidFill>
                <a:latin typeface="Arial"/>
                <a:ea typeface="Arial"/>
                <a:cs typeface="Arial"/>
              </a:defRPr>
            </a:lvl4pPr>
            <a:lvl5pPr algn="l">
              <a:buNone/>
              <a:defRPr sz="1650" b="0">
                <a:solidFill>
                  <a:srgbClr val="20334A"/>
                </a:solidFill>
                <a:latin typeface="Arial"/>
                <a:ea typeface="Arial"/>
                <a:cs typeface="Arial"/>
              </a:defRPr>
            </a:lvl5pPr>
            <a:lvl6pPr algn="l">
              <a:buNone/>
              <a:defRPr sz="1650" b="0">
                <a:solidFill>
                  <a:srgbClr val="20334A"/>
                </a:solidFill>
                <a:latin typeface="Arial"/>
                <a:ea typeface="Arial"/>
                <a:cs typeface="Arial"/>
              </a:defRPr>
            </a:lvl6pPr>
            <a:lvl7pPr algn="l">
              <a:buNone/>
              <a:defRPr sz="1650" b="0">
                <a:solidFill>
                  <a:srgbClr val="20334A"/>
                </a:solidFill>
                <a:latin typeface="Arial"/>
                <a:ea typeface="Arial"/>
                <a:cs typeface="Arial"/>
              </a:defRPr>
            </a:lvl7pPr>
            <a:lvl8pPr algn="l">
              <a:buNone/>
              <a:defRPr sz="1650" b="0">
                <a:solidFill>
                  <a:srgbClr val="20334A"/>
                </a:solidFill>
                <a:latin typeface="Arial"/>
                <a:ea typeface="Arial"/>
                <a:cs typeface="Arial"/>
              </a:defRPr>
            </a:lvl8pPr>
            <a:lvl9pPr algn="l">
              <a:buNone/>
              <a:defRPr sz="1650" b="0">
                <a:solidFill>
                  <a:srgbClr val="20334A"/>
                </a:solidFill>
                <a:latin typeface="Arial"/>
                <a:ea typeface="Arial"/>
                <a:cs typeface="Arial"/>
              </a:defRPr>
            </a:lvl9pPr>
          </a:lstStyle>
          <a:p>
            <a:pPr algn="l">
              <a:buNone/>
              <a:defRPr sz="1650" b="0">
                <a:solidFill>
                  <a:srgbClr val="20334A"/>
                </a:solidFill>
                <a:latin typeface="Arial"/>
                <a:ea typeface="Arial"/>
                <a:cs typeface="Arial"/>
              </a:defRPr>
            </a:pPr>
            <a:r>
              <a:rPr sz="1650" b="0">
                <a:solidFill>
                  <a:srgbClr val="20334A"/>
                </a:solidFill>
                <a:latin typeface="Arial"/>
                <a:ea typeface="Arial"/>
                <a:cs typeface="Arial"/>
              </a:rPr>
              <a:t>CRC mismatch rejects frame 2</a:t>
            </a:r>
          </a:p>
        </p:txBody>
      </p:sp>
      <p:sp>
        <p:nvSpPr>
          <p:cNvPr id="10" name="Diagram 266">
            <a:extLst>
              <a:ext uri="{FF2B5EF4-FFF2-40B4-BE49-F238E27FC236}">
                <a16:creationId xmlns:a16="http://schemas.microsoft.com/office/drawing/2014/main" id="{AE96EAE9-FDF7-44E7-8A96-A85F65DF6F8A}"/>
              </a:ext>
            </a:extLst>
          </p:cNvPr>
          <p:cNvSpPr>
            <a:spLocks noGrp="1"/>
          </p:cNvSpPr>
          <p:nvPr/>
        </p:nvSpPr>
        <p:spPr>
          <a:xfrm>
            <a:off x="8648700" y="1476375"/>
            <a:ext cx="2857500" cy="1219200"/>
          </a:xfrm>
          <a:prstGeom prst="rect">
            <a:avLst/>
          </a:prstGeom>
          <a:solidFill>
            <a:srgbClr val="FFFFFF"/>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11" name="Text 267">
            <a:extLst>
              <a:ext uri="{FF2B5EF4-FFF2-40B4-BE49-F238E27FC236}">
                <a16:creationId xmlns:a16="http://schemas.microsoft.com/office/drawing/2014/main" id="{FA164016-AD2D-40C6-BE90-E9BA0EE30627}"/>
              </a:ext>
            </a:extLst>
          </p:cNvPr>
          <p:cNvSpPr>
            <a:spLocks noGrp="1"/>
          </p:cNvSpPr>
          <p:nvPr/>
        </p:nvSpPr>
        <p:spPr>
          <a:xfrm>
            <a:off x="8801100" y="1647825"/>
            <a:ext cx="2552700" cy="304800"/>
          </a:xfrm>
          <a:prstGeom prst="rect">
            <a:avLst/>
          </a:prstGeom>
          <a:noFill/>
          <a:ln w="0">
            <a:noFill/>
          </a:ln>
        </p:spPr>
        <p:txBody>
          <a:bodyPr wrap="square" lIns="0" tIns="0" rIns="0" bIns="0" anchor="t">
            <a:noAutofit/>
          </a:bodyPr>
          <a:lstStyle>
            <a:lvl1pPr algn="l">
              <a:buNone/>
              <a:defRPr sz="1800" b="1">
                <a:solidFill>
                  <a:srgbClr val="166D73"/>
                </a:solidFill>
                <a:latin typeface="Arial"/>
                <a:ea typeface="Arial"/>
                <a:cs typeface="Arial"/>
              </a:defRPr>
            </a:lvl1pPr>
            <a:lvl2pPr algn="l">
              <a:buNone/>
              <a:defRPr sz="1800" b="1">
                <a:solidFill>
                  <a:srgbClr val="166D73"/>
                </a:solidFill>
                <a:latin typeface="Arial"/>
                <a:ea typeface="Arial"/>
                <a:cs typeface="Arial"/>
              </a:defRPr>
            </a:lvl2pPr>
            <a:lvl3pPr algn="l">
              <a:buNone/>
              <a:defRPr sz="1800" b="1">
                <a:solidFill>
                  <a:srgbClr val="166D73"/>
                </a:solidFill>
                <a:latin typeface="Arial"/>
                <a:ea typeface="Arial"/>
                <a:cs typeface="Arial"/>
              </a:defRPr>
            </a:lvl3pPr>
            <a:lvl4pPr algn="l">
              <a:buNone/>
              <a:defRPr sz="1800" b="1">
                <a:solidFill>
                  <a:srgbClr val="166D73"/>
                </a:solidFill>
                <a:latin typeface="Arial"/>
                <a:ea typeface="Arial"/>
                <a:cs typeface="Arial"/>
              </a:defRPr>
            </a:lvl4pPr>
            <a:lvl5pPr algn="l">
              <a:buNone/>
              <a:defRPr sz="1800" b="1">
                <a:solidFill>
                  <a:srgbClr val="166D73"/>
                </a:solidFill>
                <a:latin typeface="Arial"/>
                <a:ea typeface="Arial"/>
                <a:cs typeface="Arial"/>
              </a:defRPr>
            </a:lvl5pPr>
            <a:lvl6pPr algn="l">
              <a:buNone/>
              <a:defRPr sz="1800" b="1">
                <a:solidFill>
                  <a:srgbClr val="166D73"/>
                </a:solidFill>
                <a:latin typeface="Arial"/>
                <a:ea typeface="Arial"/>
                <a:cs typeface="Arial"/>
              </a:defRPr>
            </a:lvl6pPr>
            <a:lvl7pPr algn="l">
              <a:buNone/>
              <a:defRPr sz="1800" b="1">
                <a:solidFill>
                  <a:srgbClr val="166D73"/>
                </a:solidFill>
                <a:latin typeface="Arial"/>
                <a:ea typeface="Arial"/>
                <a:cs typeface="Arial"/>
              </a:defRPr>
            </a:lvl7pPr>
            <a:lvl8pPr algn="l">
              <a:buNone/>
              <a:defRPr sz="1800" b="1">
                <a:solidFill>
                  <a:srgbClr val="166D73"/>
                </a:solidFill>
                <a:latin typeface="Arial"/>
                <a:ea typeface="Arial"/>
                <a:cs typeface="Arial"/>
              </a:defRPr>
            </a:lvl8pPr>
            <a:lvl9pPr algn="l">
              <a:buNone/>
              <a:defRPr sz="1800" b="1">
                <a:solidFill>
                  <a:srgbClr val="166D73"/>
                </a:solidFill>
                <a:latin typeface="Arial"/>
                <a:ea typeface="Arial"/>
                <a:cs typeface="Arial"/>
              </a:defRPr>
            </a:lvl9pPr>
          </a:lstStyle>
          <a:p>
            <a:pPr algn="l">
              <a:buNone/>
              <a:defRPr sz="1800" b="1">
                <a:solidFill>
                  <a:srgbClr val="166D73"/>
                </a:solidFill>
                <a:latin typeface="Arial"/>
                <a:ea typeface="Arial"/>
                <a:cs typeface="Arial"/>
              </a:defRPr>
            </a:pPr>
            <a:r>
              <a:rPr sz="1800" b="1">
                <a:solidFill>
                  <a:srgbClr val="166D73"/>
                </a:solidFill>
                <a:latin typeface="Arial"/>
                <a:ea typeface="Arial"/>
                <a:cs typeface="Arial"/>
              </a:rPr>
              <a:t>3  Insert one bit</a:t>
            </a:r>
          </a:p>
        </p:txBody>
      </p:sp>
      <p:sp>
        <p:nvSpPr>
          <p:cNvPr id="12" name="Text 268">
            <a:extLst>
              <a:ext uri="{FF2B5EF4-FFF2-40B4-BE49-F238E27FC236}">
                <a16:creationId xmlns:a16="http://schemas.microsoft.com/office/drawing/2014/main" id="{6459EE6A-4CBB-4E82-B8D2-2FC1F5EB0FC1}"/>
              </a:ext>
            </a:extLst>
          </p:cNvPr>
          <p:cNvSpPr>
            <a:spLocks noGrp="1"/>
          </p:cNvSpPr>
          <p:nvPr/>
        </p:nvSpPr>
        <p:spPr>
          <a:xfrm>
            <a:off x="8801100" y="2047875"/>
            <a:ext cx="2552700" cy="533400"/>
          </a:xfrm>
          <a:prstGeom prst="rect">
            <a:avLst/>
          </a:prstGeom>
          <a:noFill/>
          <a:ln w="0">
            <a:noFill/>
          </a:ln>
        </p:spPr>
        <p:txBody>
          <a:bodyPr wrap="square" lIns="0" tIns="0" rIns="0" bIns="0" anchor="t">
            <a:noAutofit/>
          </a:bodyPr>
          <a:lstStyle>
            <a:lvl1pPr algn="l">
              <a:buNone/>
              <a:defRPr sz="1650" b="0">
                <a:solidFill>
                  <a:srgbClr val="20334A"/>
                </a:solidFill>
                <a:latin typeface="Arial"/>
                <a:ea typeface="Arial"/>
                <a:cs typeface="Arial"/>
              </a:defRPr>
            </a:lvl1pPr>
            <a:lvl2pPr algn="l">
              <a:buNone/>
              <a:defRPr sz="1650" b="0">
                <a:solidFill>
                  <a:srgbClr val="20334A"/>
                </a:solidFill>
                <a:latin typeface="Arial"/>
                <a:ea typeface="Arial"/>
                <a:cs typeface="Arial"/>
              </a:defRPr>
            </a:lvl2pPr>
            <a:lvl3pPr algn="l">
              <a:buNone/>
              <a:defRPr sz="1650" b="0">
                <a:solidFill>
                  <a:srgbClr val="20334A"/>
                </a:solidFill>
                <a:latin typeface="Arial"/>
                <a:ea typeface="Arial"/>
                <a:cs typeface="Arial"/>
              </a:defRPr>
            </a:lvl3pPr>
            <a:lvl4pPr algn="l">
              <a:buNone/>
              <a:defRPr sz="1650" b="0">
                <a:solidFill>
                  <a:srgbClr val="20334A"/>
                </a:solidFill>
                <a:latin typeface="Arial"/>
                <a:ea typeface="Arial"/>
                <a:cs typeface="Arial"/>
              </a:defRPr>
            </a:lvl4pPr>
            <a:lvl5pPr algn="l">
              <a:buNone/>
              <a:defRPr sz="1650" b="0">
                <a:solidFill>
                  <a:srgbClr val="20334A"/>
                </a:solidFill>
                <a:latin typeface="Arial"/>
                <a:ea typeface="Arial"/>
                <a:cs typeface="Arial"/>
              </a:defRPr>
            </a:lvl5pPr>
            <a:lvl6pPr algn="l">
              <a:buNone/>
              <a:defRPr sz="1650" b="0">
                <a:solidFill>
                  <a:srgbClr val="20334A"/>
                </a:solidFill>
                <a:latin typeface="Arial"/>
                <a:ea typeface="Arial"/>
                <a:cs typeface="Arial"/>
              </a:defRPr>
            </a:lvl6pPr>
            <a:lvl7pPr algn="l">
              <a:buNone/>
              <a:defRPr sz="1650" b="0">
                <a:solidFill>
                  <a:srgbClr val="20334A"/>
                </a:solidFill>
                <a:latin typeface="Arial"/>
                <a:ea typeface="Arial"/>
                <a:cs typeface="Arial"/>
              </a:defRPr>
            </a:lvl7pPr>
            <a:lvl8pPr algn="l">
              <a:buNone/>
              <a:defRPr sz="1650" b="0">
                <a:solidFill>
                  <a:srgbClr val="20334A"/>
                </a:solidFill>
                <a:latin typeface="Arial"/>
                <a:ea typeface="Arial"/>
                <a:cs typeface="Arial"/>
              </a:defRPr>
            </a:lvl8pPr>
            <a:lvl9pPr algn="l">
              <a:buNone/>
              <a:defRPr sz="1650" b="0">
                <a:solidFill>
                  <a:srgbClr val="20334A"/>
                </a:solidFill>
                <a:latin typeface="Arial"/>
                <a:ea typeface="Arial"/>
                <a:cs typeface="Arial"/>
              </a:defRPr>
            </a:lvl9pPr>
          </a:lstStyle>
          <a:p>
            <a:pPr algn="l">
              <a:buNone/>
              <a:defRPr sz="1650" b="0">
                <a:solidFill>
                  <a:srgbClr val="20334A"/>
                </a:solidFill>
                <a:latin typeface="Arial"/>
                <a:ea typeface="Arial"/>
                <a:cs typeface="Arial"/>
              </a:defRPr>
            </a:pPr>
            <a:r>
              <a:rPr sz="1650" b="0">
                <a:solidFill>
                  <a:srgbClr val="20334A"/>
                </a:solidFill>
                <a:latin typeface="Arial"/>
                <a:ea typeface="Arial"/>
                <a:cs typeface="Arial"/>
              </a:rPr>
              <a:t>Alignment 1 and valid frames resume</a:t>
            </a:r>
          </a:p>
        </p:txBody>
      </p:sp>
      <p:sp>
        <p:nvSpPr>
          <p:cNvPr id="13" name="Text 269">
            <a:extLst>
              <a:ext uri="{FF2B5EF4-FFF2-40B4-BE49-F238E27FC236}">
                <a16:creationId xmlns:a16="http://schemas.microsoft.com/office/drawing/2014/main" id="{1DCCD341-5501-4044-92A4-D234A843DF4B}"/>
              </a:ext>
            </a:extLst>
          </p:cNvPr>
          <p:cNvSpPr>
            <a:spLocks noGrp="1"/>
          </p:cNvSpPr>
          <p:nvPr/>
        </p:nvSpPr>
        <p:spPr>
          <a:xfrm>
            <a:off x="685800" y="2914650"/>
            <a:ext cx="10820400" cy="371475"/>
          </a:xfrm>
          <a:prstGeom prst="rect">
            <a:avLst/>
          </a:prstGeom>
          <a:noFill/>
          <a:ln w="0">
            <a:noFill/>
          </a:ln>
        </p:spPr>
        <p:txBody>
          <a:bodyPr wrap="square" lIns="0" tIns="0" rIns="0" bIns="0" anchor="t">
            <a:noAutofit/>
          </a:bodyPr>
          <a:lstStyle>
            <a:lvl1pPr algn="l">
              <a:buNone/>
              <a:defRPr sz="1875" b="0">
                <a:solidFill>
                  <a:srgbClr val="20334A"/>
                </a:solidFill>
                <a:latin typeface="Arial"/>
                <a:ea typeface="Arial"/>
                <a:cs typeface="Arial"/>
              </a:defRPr>
            </a:lvl1pPr>
            <a:lvl2pPr algn="l">
              <a:buNone/>
              <a:defRPr sz="1875" b="0">
                <a:solidFill>
                  <a:srgbClr val="20334A"/>
                </a:solidFill>
                <a:latin typeface="Arial"/>
                <a:ea typeface="Arial"/>
                <a:cs typeface="Arial"/>
              </a:defRPr>
            </a:lvl2pPr>
            <a:lvl3pPr algn="l">
              <a:buNone/>
              <a:defRPr sz="1875" b="0">
                <a:solidFill>
                  <a:srgbClr val="20334A"/>
                </a:solidFill>
                <a:latin typeface="Arial"/>
                <a:ea typeface="Arial"/>
                <a:cs typeface="Arial"/>
              </a:defRPr>
            </a:lvl3pPr>
            <a:lvl4pPr algn="l">
              <a:buNone/>
              <a:defRPr sz="1875" b="0">
                <a:solidFill>
                  <a:srgbClr val="20334A"/>
                </a:solidFill>
                <a:latin typeface="Arial"/>
                <a:ea typeface="Arial"/>
                <a:cs typeface="Arial"/>
              </a:defRPr>
            </a:lvl4pPr>
            <a:lvl5pPr algn="l">
              <a:buNone/>
              <a:defRPr sz="1875" b="0">
                <a:solidFill>
                  <a:srgbClr val="20334A"/>
                </a:solidFill>
                <a:latin typeface="Arial"/>
                <a:ea typeface="Arial"/>
                <a:cs typeface="Arial"/>
              </a:defRPr>
            </a:lvl5pPr>
            <a:lvl6pPr algn="l">
              <a:buNone/>
              <a:defRPr sz="1875" b="0">
                <a:solidFill>
                  <a:srgbClr val="20334A"/>
                </a:solidFill>
                <a:latin typeface="Arial"/>
                <a:ea typeface="Arial"/>
                <a:cs typeface="Arial"/>
              </a:defRPr>
            </a:lvl6pPr>
            <a:lvl7pPr algn="l">
              <a:buNone/>
              <a:defRPr sz="1875" b="0">
                <a:solidFill>
                  <a:srgbClr val="20334A"/>
                </a:solidFill>
                <a:latin typeface="Arial"/>
                <a:ea typeface="Arial"/>
                <a:cs typeface="Arial"/>
              </a:defRPr>
            </a:lvl7pPr>
            <a:lvl8pPr algn="l">
              <a:buNone/>
              <a:defRPr sz="1875" b="0">
                <a:solidFill>
                  <a:srgbClr val="20334A"/>
                </a:solidFill>
                <a:latin typeface="Arial"/>
                <a:ea typeface="Arial"/>
                <a:cs typeface="Arial"/>
              </a:defRPr>
            </a:lvl8pPr>
            <a:lvl9pPr algn="l">
              <a:buNone/>
              <a:defRPr sz="1875" b="0">
                <a:solidFill>
                  <a:srgbClr val="20334A"/>
                </a:solidFill>
                <a:latin typeface="Arial"/>
                <a:ea typeface="Arial"/>
                <a:cs typeface="Arial"/>
              </a:defRPr>
            </a:lvl9pPr>
          </a:lstStyle>
          <a:p>
            <a:pPr algn="l">
              <a:buNone/>
              <a:defRPr sz="1875" b="0">
                <a:solidFill>
                  <a:srgbClr val="20334A"/>
                </a:solidFill>
                <a:latin typeface="Arial"/>
                <a:ea typeface="Arial"/>
                <a:cs typeface="Arial"/>
              </a:defRPr>
            </a:pPr>
            <a:r>
              <a:rPr sz="1875" b="0">
                <a:solidFill>
                  <a:srgbClr val="20334A"/>
                </a:solidFill>
                <a:latin typeface="Arial"/>
                <a:ea typeface="Arial"/>
                <a:cs typeface="Arial"/>
              </a:rPr>
              <a:t>Controls: Restart, Play/Pause, Step, Next state, and playback speed</a:t>
            </a:r>
          </a:p>
        </p:txBody>
      </p:sp>
      <p:sp>
        <p:nvSpPr>
          <p:cNvPr id="14" name="Text 270">
            <a:extLst>
              <a:ext uri="{FF2B5EF4-FFF2-40B4-BE49-F238E27FC236}">
                <a16:creationId xmlns:a16="http://schemas.microsoft.com/office/drawing/2014/main" id="{D3266EC0-65E1-42A4-92C9-2ED844688AFF}"/>
              </a:ext>
            </a:extLst>
          </p:cNvPr>
          <p:cNvSpPr>
            <a:spLocks noGrp="1"/>
          </p:cNvSpPr>
          <p:nvPr/>
        </p:nvSpPr>
        <p:spPr>
          <a:xfrm>
            <a:off x="685800" y="3476625"/>
            <a:ext cx="10820400" cy="1028700"/>
          </a:xfrm>
          <a:prstGeom prst="rect">
            <a:avLst/>
          </a:prstGeom>
          <a:noFill/>
          <a:ln w="0">
            <a:noFill/>
          </a:ln>
        </p:spPr>
        <p:txBody>
          <a:bodyPr wrap="square" lIns="0" tIns="0" rIns="0" bIns="0" anchor="t">
            <a:noAutofit/>
          </a:bodyPr>
          <a:lstStyle>
            <a:lvl1pPr algn="l">
              <a:buNone/>
              <a:defRPr sz="1800" b="0">
                <a:solidFill>
                  <a:srgbClr val="20334A"/>
                </a:solidFill>
                <a:latin typeface="Arial"/>
                <a:ea typeface="Arial"/>
                <a:cs typeface="Arial"/>
              </a:defRPr>
            </a:lvl1pPr>
            <a:lvl2pPr algn="l">
              <a:buNone/>
              <a:defRPr sz="1800" b="0">
                <a:solidFill>
                  <a:srgbClr val="20334A"/>
                </a:solidFill>
                <a:latin typeface="Arial"/>
                <a:ea typeface="Arial"/>
                <a:cs typeface="Arial"/>
              </a:defRPr>
            </a:lvl2pPr>
            <a:lvl3pPr algn="l">
              <a:buNone/>
              <a:defRPr sz="1800" b="0">
                <a:solidFill>
                  <a:srgbClr val="20334A"/>
                </a:solidFill>
                <a:latin typeface="Arial"/>
                <a:ea typeface="Arial"/>
                <a:cs typeface="Arial"/>
              </a:defRPr>
            </a:lvl3pPr>
            <a:lvl4pPr algn="l">
              <a:buNone/>
              <a:defRPr sz="1800" b="0">
                <a:solidFill>
                  <a:srgbClr val="20334A"/>
                </a:solidFill>
                <a:latin typeface="Arial"/>
                <a:ea typeface="Arial"/>
                <a:cs typeface="Arial"/>
              </a:defRPr>
            </a:lvl4pPr>
            <a:lvl5pPr algn="l">
              <a:buNone/>
              <a:defRPr sz="1800" b="0">
                <a:solidFill>
                  <a:srgbClr val="20334A"/>
                </a:solidFill>
                <a:latin typeface="Arial"/>
                <a:ea typeface="Arial"/>
                <a:cs typeface="Arial"/>
              </a:defRPr>
            </a:lvl5pPr>
            <a:lvl6pPr algn="l">
              <a:buNone/>
              <a:defRPr sz="1800" b="0">
                <a:solidFill>
                  <a:srgbClr val="20334A"/>
                </a:solidFill>
                <a:latin typeface="Arial"/>
                <a:ea typeface="Arial"/>
                <a:cs typeface="Arial"/>
              </a:defRPr>
            </a:lvl6pPr>
            <a:lvl7pPr algn="l">
              <a:buNone/>
              <a:defRPr sz="1800" b="0">
                <a:solidFill>
                  <a:srgbClr val="20334A"/>
                </a:solidFill>
                <a:latin typeface="Arial"/>
                <a:ea typeface="Arial"/>
                <a:cs typeface="Arial"/>
              </a:defRPr>
            </a:lvl7pPr>
            <a:lvl8pPr algn="l">
              <a:buNone/>
              <a:defRPr sz="1800" b="0">
                <a:solidFill>
                  <a:srgbClr val="20334A"/>
                </a:solidFill>
                <a:latin typeface="Arial"/>
                <a:ea typeface="Arial"/>
                <a:cs typeface="Arial"/>
              </a:defRPr>
            </a:lvl8pPr>
            <a:lvl9pPr algn="l">
              <a:buNone/>
              <a:defRPr sz="1800" b="0">
                <a:solidFill>
                  <a:srgbClr val="20334A"/>
                </a:solidFill>
                <a:latin typeface="Arial"/>
                <a:ea typeface="Arial"/>
                <a:cs typeface="Arial"/>
              </a:defRPr>
            </a:lvl9pPr>
          </a:lstStyle>
          <a:p>
            <a:pPr marL="215900" indent="-101600" algn="l">
              <a:spcAft>
                <a:spcPts val="900"/>
              </a:spcAft>
              <a:buChar char="•"/>
              <a:defRPr sz="1800" b="0">
                <a:solidFill>
                  <a:srgbClr val="20334A"/>
                </a:solidFill>
                <a:latin typeface="Arial"/>
                <a:ea typeface="Arial"/>
                <a:cs typeface="Arial"/>
              </a:defRPr>
            </a:pPr>
            <a:r>
              <a:t>Guided lab processes a six-frame recording in memory through the same receiver engine.</a:t>
            </a:r>
          </a:p>
          <a:p>
            <a:pPr marL="215900" indent="-101600" algn="l">
              <a:spcAft>
                <a:spcPts val="900"/>
              </a:spcAft>
              <a:buChar char="•"/>
              <a:defRPr sz="1800" b="0">
                <a:solidFill>
                  <a:srgbClr val="20334A"/>
                </a:solidFill>
                <a:latin typeface="Arial"/>
                <a:ea typeface="Arial"/>
                <a:cs typeface="Arial"/>
              </a:defRPr>
            </a:pPr>
            <a:r>
              <a:t>Live mode receives actual localhost UDP datagrams and publishes observations over WebSocket.</a:t>
            </a:r>
          </a:p>
        </p:txBody>
      </p:sp>
      <p:sp>
        <p:nvSpPr>
          <p:cNvPr id="15" name="Diagram 271">
            <a:extLst>
              <a:ext uri="{FF2B5EF4-FFF2-40B4-BE49-F238E27FC236}">
                <a16:creationId xmlns:a16="http://schemas.microsoft.com/office/drawing/2014/main" id="{CF3207BC-58FB-43B2-8224-56BB022CEE00}"/>
              </a:ext>
            </a:extLst>
          </p:cNvPr>
          <p:cNvSpPr>
            <a:spLocks noGrp="1"/>
          </p:cNvSpPr>
          <p:nvPr/>
        </p:nvSpPr>
        <p:spPr>
          <a:xfrm>
            <a:off x="685800" y="4762500"/>
            <a:ext cx="2857500" cy="704850"/>
          </a:xfrm>
          <a:prstGeom prst="rect">
            <a:avLst/>
          </a:prstGeom>
          <a:solidFill>
            <a:srgbClr val="EDF4F5"/>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16" name="Text 272">
            <a:extLst>
              <a:ext uri="{FF2B5EF4-FFF2-40B4-BE49-F238E27FC236}">
                <a16:creationId xmlns:a16="http://schemas.microsoft.com/office/drawing/2014/main" id="{FBED8AD2-9AD3-415D-B5F2-8333F436C09A}"/>
              </a:ext>
            </a:extLst>
          </p:cNvPr>
          <p:cNvSpPr>
            <a:spLocks noGrp="1"/>
          </p:cNvSpPr>
          <p:nvPr/>
        </p:nvSpPr>
        <p:spPr>
          <a:xfrm>
            <a:off x="838200" y="4867275"/>
            <a:ext cx="2552700" cy="209550"/>
          </a:xfrm>
          <a:prstGeom prst="rect">
            <a:avLst/>
          </a:prstGeom>
          <a:noFill/>
          <a:ln w="0">
            <a:noFill/>
          </a:ln>
        </p:spPr>
        <p:txBody>
          <a:bodyPr wrap="square" lIns="0" tIns="0" rIns="0" bIns="0" anchor="t">
            <a:noAutofit/>
          </a:bodyPr>
          <a:lstStyle>
            <a:lvl1pPr algn="l">
              <a:buNone/>
              <a:defRPr sz="1350" b="1">
                <a:solidFill>
                  <a:srgbClr val="5B6878"/>
                </a:solidFill>
                <a:latin typeface="Arial"/>
                <a:ea typeface="Arial"/>
                <a:cs typeface="Arial"/>
              </a:defRPr>
            </a:lvl1pPr>
            <a:lvl2pPr algn="l">
              <a:buNone/>
              <a:defRPr sz="1350" b="1">
                <a:solidFill>
                  <a:srgbClr val="5B6878"/>
                </a:solidFill>
                <a:latin typeface="Arial"/>
                <a:ea typeface="Arial"/>
                <a:cs typeface="Arial"/>
              </a:defRPr>
            </a:lvl2pPr>
            <a:lvl3pPr algn="l">
              <a:buNone/>
              <a:defRPr sz="1350" b="1">
                <a:solidFill>
                  <a:srgbClr val="5B6878"/>
                </a:solidFill>
                <a:latin typeface="Arial"/>
                <a:ea typeface="Arial"/>
                <a:cs typeface="Arial"/>
              </a:defRPr>
            </a:lvl3pPr>
            <a:lvl4pPr algn="l">
              <a:buNone/>
              <a:defRPr sz="1350" b="1">
                <a:solidFill>
                  <a:srgbClr val="5B6878"/>
                </a:solidFill>
                <a:latin typeface="Arial"/>
                <a:ea typeface="Arial"/>
                <a:cs typeface="Arial"/>
              </a:defRPr>
            </a:lvl4pPr>
            <a:lvl5pPr algn="l">
              <a:buNone/>
              <a:defRPr sz="1350" b="1">
                <a:solidFill>
                  <a:srgbClr val="5B6878"/>
                </a:solidFill>
                <a:latin typeface="Arial"/>
                <a:ea typeface="Arial"/>
                <a:cs typeface="Arial"/>
              </a:defRPr>
            </a:lvl5pPr>
            <a:lvl6pPr algn="l">
              <a:buNone/>
              <a:defRPr sz="1350" b="1">
                <a:solidFill>
                  <a:srgbClr val="5B6878"/>
                </a:solidFill>
                <a:latin typeface="Arial"/>
                <a:ea typeface="Arial"/>
                <a:cs typeface="Arial"/>
              </a:defRPr>
            </a:lvl6pPr>
            <a:lvl7pPr algn="l">
              <a:buNone/>
              <a:defRPr sz="1350" b="1">
                <a:solidFill>
                  <a:srgbClr val="5B6878"/>
                </a:solidFill>
                <a:latin typeface="Arial"/>
                <a:ea typeface="Arial"/>
                <a:cs typeface="Arial"/>
              </a:defRPr>
            </a:lvl7pPr>
            <a:lvl8pPr algn="l">
              <a:buNone/>
              <a:defRPr sz="1350" b="1">
                <a:solidFill>
                  <a:srgbClr val="5B6878"/>
                </a:solidFill>
                <a:latin typeface="Arial"/>
                <a:ea typeface="Arial"/>
                <a:cs typeface="Arial"/>
              </a:defRPr>
            </a:lvl8pPr>
            <a:lvl9pPr algn="l">
              <a:buNone/>
              <a:defRPr sz="1350" b="1">
                <a:solidFill>
                  <a:srgbClr val="5B6878"/>
                </a:solidFill>
                <a:latin typeface="Arial"/>
                <a:ea typeface="Arial"/>
                <a:cs typeface="Arial"/>
              </a:defRPr>
            </a:lvl9pPr>
          </a:lstStyle>
          <a:p>
            <a:pPr algn="l">
              <a:buNone/>
              <a:defRPr sz="1350" b="1">
                <a:solidFill>
                  <a:srgbClr val="5B6878"/>
                </a:solidFill>
                <a:latin typeface="Arial"/>
                <a:ea typeface="Arial"/>
                <a:cs typeface="Arial"/>
              </a:defRPr>
            </a:pPr>
            <a:r>
              <a:rPr sz="1350" b="1">
                <a:solidFill>
                  <a:srgbClr val="5B6878"/>
                </a:solidFill>
                <a:latin typeface="Arial"/>
                <a:ea typeface="Arial"/>
                <a:cs typeface="Arial"/>
              </a:rPr>
              <a:t>Terminal 1</a:t>
            </a:r>
          </a:p>
        </p:txBody>
      </p:sp>
      <p:sp>
        <p:nvSpPr>
          <p:cNvPr id="17" name="Text 273">
            <a:extLst>
              <a:ext uri="{FF2B5EF4-FFF2-40B4-BE49-F238E27FC236}">
                <a16:creationId xmlns:a16="http://schemas.microsoft.com/office/drawing/2014/main" id="{49F29CB4-EE12-4550-AF3D-E65C221DA4CB}"/>
              </a:ext>
            </a:extLst>
          </p:cNvPr>
          <p:cNvSpPr>
            <a:spLocks noGrp="1"/>
          </p:cNvSpPr>
          <p:nvPr/>
        </p:nvSpPr>
        <p:spPr>
          <a:xfrm>
            <a:off x="838200" y="5172075"/>
            <a:ext cx="2552700" cy="238125"/>
          </a:xfrm>
          <a:prstGeom prst="rect">
            <a:avLst/>
          </a:prstGeom>
          <a:noFill/>
          <a:ln w="0">
            <a:noFill/>
          </a:ln>
        </p:spPr>
        <p:txBody>
          <a:bodyPr wrap="square" lIns="0" tIns="0" rIns="0" bIns="0" anchor="t">
            <a:noAutofit/>
          </a:bodyPr>
          <a:lstStyle>
            <a:lvl1pPr algn="l">
              <a:buNone/>
              <a:defRPr sz="1425" b="0">
                <a:solidFill>
                  <a:srgbClr val="20334A"/>
                </a:solidFill>
                <a:latin typeface="Consolas"/>
                <a:ea typeface="Consolas"/>
                <a:cs typeface="Consolas"/>
              </a:defRPr>
            </a:lvl1pPr>
            <a:lvl2pPr algn="l">
              <a:buNone/>
              <a:defRPr sz="1425" b="0">
                <a:solidFill>
                  <a:srgbClr val="20334A"/>
                </a:solidFill>
                <a:latin typeface="Consolas"/>
                <a:ea typeface="Consolas"/>
                <a:cs typeface="Consolas"/>
              </a:defRPr>
            </a:lvl2pPr>
            <a:lvl3pPr algn="l">
              <a:buNone/>
              <a:defRPr sz="1425" b="0">
                <a:solidFill>
                  <a:srgbClr val="20334A"/>
                </a:solidFill>
                <a:latin typeface="Consolas"/>
                <a:ea typeface="Consolas"/>
                <a:cs typeface="Consolas"/>
              </a:defRPr>
            </a:lvl3pPr>
            <a:lvl4pPr algn="l">
              <a:buNone/>
              <a:defRPr sz="1425" b="0">
                <a:solidFill>
                  <a:srgbClr val="20334A"/>
                </a:solidFill>
                <a:latin typeface="Consolas"/>
                <a:ea typeface="Consolas"/>
                <a:cs typeface="Consolas"/>
              </a:defRPr>
            </a:lvl4pPr>
            <a:lvl5pPr algn="l">
              <a:buNone/>
              <a:defRPr sz="1425" b="0">
                <a:solidFill>
                  <a:srgbClr val="20334A"/>
                </a:solidFill>
                <a:latin typeface="Consolas"/>
                <a:ea typeface="Consolas"/>
                <a:cs typeface="Consolas"/>
              </a:defRPr>
            </a:lvl5pPr>
            <a:lvl6pPr algn="l">
              <a:buNone/>
              <a:defRPr sz="1425" b="0">
                <a:solidFill>
                  <a:srgbClr val="20334A"/>
                </a:solidFill>
                <a:latin typeface="Consolas"/>
                <a:ea typeface="Consolas"/>
                <a:cs typeface="Consolas"/>
              </a:defRPr>
            </a:lvl6pPr>
            <a:lvl7pPr algn="l">
              <a:buNone/>
              <a:defRPr sz="1425" b="0">
                <a:solidFill>
                  <a:srgbClr val="20334A"/>
                </a:solidFill>
                <a:latin typeface="Consolas"/>
                <a:ea typeface="Consolas"/>
                <a:cs typeface="Consolas"/>
              </a:defRPr>
            </a:lvl7pPr>
            <a:lvl8pPr algn="l">
              <a:buNone/>
              <a:defRPr sz="1425" b="0">
                <a:solidFill>
                  <a:srgbClr val="20334A"/>
                </a:solidFill>
                <a:latin typeface="Consolas"/>
                <a:ea typeface="Consolas"/>
                <a:cs typeface="Consolas"/>
              </a:defRPr>
            </a:lvl8pPr>
            <a:lvl9pPr algn="l">
              <a:buNone/>
              <a:defRPr sz="1425" b="0">
                <a:solidFill>
                  <a:srgbClr val="20334A"/>
                </a:solidFill>
                <a:latin typeface="Consolas"/>
                <a:ea typeface="Consolas"/>
                <a:cs typeface="Consolas"/>
              </a:defRPr>
            </a:lvl9pPr>
          </a:lstStyle>
          <a:p>
            <a:pPr algn="l">
              <a:buNone/>
              <a:defRPr sz="1425" b="0">
                <a:solidFill>
                  <a:srgbClr val="20334A"/>
                </a:solidFill>
                <a:latin typeface="Consolas"/>
                <a:ea typeface="Consolas"/>
                <a:cs typeface="Consolas"/>
              </a:defRPr>
            </a:pPr>
            <a:r>
              <a:rPr sz="1425" b="0">
                <a:solidFill>
                  <a:srgbClr val="20334A"/>
                </a:solidFill>
                <a:latin typeface="Consolas"/>
                <a:ea typeface="Consolas"/>
                <a:cs typeface="Consolas"/>
              </a:rPr>
              <a:t>npm run receiver</a:t>
            </a:r>
          </a:p>
        </p:txBody>
      </p:sp>
      <p:sp>
        <p:nvSpPr>
          <p:cNvPr id="18" name="Diagram 274">
            <a:extLst>
              <a:ext uri="{FF2B5EF4-FFF2-40B4-BE49-F238E27FC236}">
                <a16:creationId xmlns:a16="http://schemas.microsoft.com/office/drawing/2014/main" id="{14C22AF6-DCF9-4EAD-A093-C2CB6938B32C}"/>
              </a:ext>
            </a:extLst>
          </p:cNvPr>
          <p:cNvSpPr>
            <a:spLocks noGrp="1"/>
          </p:cNvSpPr>
          <p:nvPr/>
        </p:nvSpPr>
        <p:spPr>
          <a:xfrm>
            <a:off x="4667250" y="4762500"/>
            <a:ext cx="2857500" cy="704850"/>
          </a:xfrm>
          <a:prstGeom prst="rect">
            <a:avLst/>
          </a:prstGeom>
          <a:solidFill>
            <a:srgbClr val="EDF4F5"/>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19" name="Text 275">
            <a:extLst>
              <a:ext uri="{FF2B5EF4-FFF2-40B4-BE49-F238E27FC236}">
                <a16:creationId xmlns:a16="http://schemas.microsoft.com/office/drawing/2014/main" id="{C1E9E7FE-7C31-47A9-BC71-437D46D754BC}"/>
              </a:ext>
            </a:extLst>
          </p:cNvPr>
          <p:cNvSpPr>
            <a:spLocks noGrp="1"/>
          </p:cNvSpPr>
          <p:nvPr/>
        </p:nvSpPr>
        <p:spPr>
          <a:xfrm>
            <a:off x="4819650" y="4867275"/>
            <a:ext cx="2552700" cy="209550"/>
          </a:xfrm>
          <a:prstGeom prst="rect">
            <a:avLst/>
          </a:prstGeom>
          <a:noFill/>
          <a:ln w="0">
            <a:noFill/>
          </a:ln>
        </p:spPr>
        <p:txBody>
          <a:bodyPr wrap="square" lIns="0" tIns="0" rIns="0" bIns="0" anchor="t">
            <a:noAutofit/>
          </a:bodyPr>
          <a:lstStyle>
            <a:lvl1pPr algn="l">
              <a:buNone/>
              <a:defRPr sz="1350" b="1">
                <a:solidFill>
                  <a:srgbClr val="5B6878"/>
                </a:solidFill>
                <a:latin typeface="Arial"/>
                <a:ea typeface="Arial"/>
                <a:cs typeface="Arial"/>
              </a:defRPr>
            </a:lvl1pPr>
            <a:lvl2pPr algn="l">
              <a:buNone/>
              <a:defRPr sz="1350" b="1">
                <a:solidFill>
                  <a:srgbClr val="5B6878"/>
                </a:solidFill>
                <a:latin typeface="Arial"/>
                <a:ea typeface="Arial"/>
                <a:cs typeface="Arial"/>
              </a:defRPr>
            </a:lvl2pPr>
            <a:lvl3pPr algn="l">
              <a:buNone/>
              <a:defRPr sz="1350" b="1">
                <a:solidFill>
                  <a:srgbClr val="5B6878"/>
                </a:solidFill>
                <a:latin typeface="Arial"/>
                <a:ea typeface="Arial"/>
                <a:cs typeface="Arial"/>
              </a:defRPr>
            </a:lvl3pPr>
            <a:lvl4pPr algn="l">
              <a:buNone/>
              <a:defRPr sz="1350" b="1">
                <a:solidFill>
                  <a:srgbClr val="5B6878"/>
                </a:solidFill>
                <a:latin typeface="Arial"/>
                <a:ea typeface="Arial"/>
                <a:cs typeface="Arial"/>
              </a:defRPr>
            </a:lvl4pPr>
            <a:lvl5pPr algn="l">
              <a:buNone/>
              <a:defRPr sz="1350" b="1">
                <a:solidFill>
                  <a:srgbClr val="5B6878"/>
                </a:solidFill>
                <a:latin typeface="Arial"/>
                <a:ea typeface="Arial"/>
                <a:cs typeface="Arial"/>
              </a:defRPr>
            </a:lvl5pPr>
            <a:lvl6pPr algn="l">
              <a:buNone/>
              <a:defRPr sz="1350" b="1">
                <a:solidFill>
                  <a:srgbClr val="5B6878"/>
                </a:solidFill>
                <a:latin typeface="Arial"/>
                <a:ea typeface="Arial"/>
                <a:cs typeface="Arial"/>
              </a:defRPr>
            </a:lvl6pPr>
            <a:lvl7pPr algn="l">
              <a:buNone/>
              <a:defRPr sz="1350" b="1">
                <a:solidFill>
                  <a:srgbClr val="5B6878"/>
                </a:solidFill>
                <a:latin typeface="Arial"/>
                <a:ea typeface="Arial"/>
                <a:cs typeface="Arial"/>
              </a:defRPr>
            </a:lvl7pPr>
            <a:lvl8pPr algn="l">
              <a:buNone/>
              <a:defRPr sz="1350" b="1">
                <a:solidFill>
                  <a:srgbClr val="5B6878"/>
                </a:solidFill>
                <a:latin typeface="Arial"/>
                <a:ea typeface="Arial"/>
                <a:cs typeface="Arial"/>
              </a:defRPr>
            </a:lvl8pPr>
            <a:lvl9pPr algn="l">
              <a:buNone/>
              <a:defRPr sz="1350" b="1">
                <a:solidFill>
                  <a:srgbClr val="5B6878"/>
                </a:solidFill>
                <a:latin typeface="Arial"/>
                <a:ea typeface="Arial"/>
                <a:cs typeface="Arial"/>
              </a:defRPr>
            </a:lvl9pPr>
          </a:lstStyle>
          <a:p>
            <a:pPr algn="l">
              <a:buNone/>
              <a:defRPr sz="1350" b="1">
                <a:solidFill>
                  <a:srgbClr val="5B6878"/>
                </a:solidFill>
                <a:latin typeface="Arial"/>
                <a:ea typeface="Arial"/>
                <a:cs typeface="Arial"/>
              </a:defRPr>
            </a:pPr>
            <a:r>
              <a:rPr sz="1350" b="1">
                <a:solidFill>
                  <a:srgbClr val="5B6878"/>
                </a:solidFill>
                <a:latin typeface="Arial"/>
                <a:ea typeface="Arial"/>
                <a:cs typeface="Arial"/>
              </a:rPr>
              <a:t>Terminal 2</a:t>
            </a:r>
          </a:p>
        </p:txBody>
      </p:sp>
      <p:sp>
        <p:nvSpPr>
          <p:cNvPr id="20" name="Text 276">
            <a:extLst>
              <a:ext uri="{FF2B5EF4-FFF2-40B4-BE49-F238E27FC236}">
                <a16:creationId xmlns:a16="http://schemas.microsoft.com/office/drawing/2014/main" id="{8670EA64-1F81-44AF-8071-F2EEBBF5A17D}"/>
              </a:ext>
            </a:extLst>
          </p:cNvPr>
          <p:cNvSpPr>
            <a:spLocks noGrp="1"/>
          </p:cNvSpPr>
          <p:nvPr/>
        </p:nvSpPr>
        <p:spPr>
          <a:xfrm>
            <a:off x="4819650" y="5172075"/>
            <a:ext cx="2552700" cy="238125"/>
          </a:xfrm>
          <a:prstGeom prst="rect">
            <a:avLst/>
          </a:prstGeom>
          <a:noFill/>
          <a:ln w="0">
            <a:noFill/>
          </a:ln>
        </p:spPr>
        <p:txBody>
          <a:bodyPr wrap="square" lIns="0" tIns="0" rIns="0" bIns="0" anchor="t">
            <a:noAutofit/>
          </a:bodyPr>
          <a:lstStyle>
            <a:lvl1pPr algn="l">
              <a:buNone/>
              <a:defRPr sz="1425" b="0">
                <a:solidFill>
                  <a:srgbClr val="20334A"/>
                </a:solidFill>
                <a:latin typeface="Consolas"/>
                <a:ea typeface="Consolas"/>
                <a:cs typeface="Consolas"/>
              </a:defRPr>
            </a:lvl1pPr>
            <a:lvl2pPr algn="l">
              <a:buNone/>
              <a:defRPr sz="1425" b="0">
                <a:solidFill>
                  <a:srgbClr val="20334A"/>
                </a:solidFill>
                <a:latin typeface="Consolas"/>
                <a:ea typeface="Consolas"/>
                <a:cs typeface="Consolas"/>
              </a:defRPr>
            </a:lvl2pPr>
            <a:lvl3pPr algn="l">
              <a:buNone/>
              <a:defRPr sz="1425" b="0">
                <a:solidFill>
                  <a:srgbClr val="20334A"/>
                </a:solidFill>
                <a:latin typeface="Consolas"/>
                <a:ea typeface="Consolas"/>
                <a:cs typeface="Consolas"/>
              </a:defRPr>
            </a:lvl3pPr>
            <a:lvl4pPr algn="l">
              <a:buNone/>
              <a:defRPr sz="1425" b="0">
                <a:solidFill>
                  <a:srgbClr val="20334A"/>
                </a:solidFill>
                <a:latin typeface="Consolas"/>
                <a:ea typeface="Consolas"/>
                <a:cs typeface="Consolas"/>
              </a:defRPr>
            </a:lvl4pPr>
            <a:lvl5pPr algn="l">
              <a:buNone/>
              <a:defRPr sz="1425" b="0">
                <a:solidFill>
                  <a:srgbClr val="20334A"/>
                </a:solidFill>
                <a:latin typeface="Consolas"/>
                <a:ea typeface="Consolas"/>
                <a:cs typeface="Consolas"/>
              </a:defRPr>
            </a:lvl5pPr>
            <a:lvl6pPr algn="l">
              <a:buNone/>
              <a:defRPr sz="1425" b="0">
                <a:solidFill>
                  <a:srgbClr val="20334A"/>
                </a:solidFill>
                <a:latin typeface="Consolas"/>
                <a:ea typeface="Consolas"/>
                <a:cs typeface="Consolas"/>
              </a:defRPr>
            </a:lvl6pPr>
            <a:lvl7pPr algn="l">
              <a:buNone/>
              <a:defRPr sz="1425" b="0">
                <a:solidFill>
                  <a:srgbClr val="20334A"/>
                </a:solidFill>
                <a:latin typeface="Consolas"/>
                <a:ea typeface="Consolas"/>
                <a:cs typeface="Consolas"/>
              </a:defRPr>
            </a:lvl7pPr>
            <a:lvl8pPr algn="l">
              <a:buNone/>
              <a:defRPr sz="1425" b="0">
                <a:solidFill>
                  <a:srgbClr val="20334A"/>
                </a:solidFill>
                <a:latin typeface="Consolas"/>
                <a:ea typeface="Consolas"/>
                <a:cs typeface="Consolas"/>
              </a:defRPr>
            </a:lvl8pPr>
            <a:lvl9pPr algn="l">
              <a:buNone/>
              <a:defRPr sz="1425" b="0">
                <a:solidFill>
                  <a:srgbClr val="20334A"/>
                </a:solidFill>
                <a:latin typeface="Consolas"/>
                <a:ea typeface="Consolas"/>
                <a:cs typeface="Consolas"/>
              </a:defRPr>
            </a:lvl9pPr>
          </a:lstStyle>
          <a:p>
            <a:pPr algn="l">
              <a:buNone/>
              <a:defRPr sz="1425" b="0">
                <a:solidFill>
                  <a:srgbClr val="20334A"/>
                </a:solidFill>
                <a:latin typeface="Consolas"/>
                <a:ea typeface="Consolas"/>
                <a:cs typeface="Consolas"/>
              </a:defRPr>
            </a:pPr>
            <a:r>
              <a:rPr sz="1425" b="0">
                <a:solidFill>
                  <a:srgbClr val="20334A"/>
                </a:solidFill>
                <a:latin typeface="Consolas"/>
                <a:ea typeface="Consolas"/>
                <a:cs typeface="Consolas"/>
              </a:rPr>
              <a:t>npm run ui</a:t>
            </a:r>
          </a:p>
        </p:txBody>
      </p:sp>
      <p:sp>
        <p:nvSpPr>
          <p:cNvPr id="21" name="Diagram 277">
            <a:extLst>
              <a:ext uri="{FF2B5EF4-FFF2-40B4-BE49-F238E27FC236}">
                <a16:creationId xmlns:a16="http://schemas.microsoft.com/office/drawing/2014/main" id="{E9BCBCFE-D970-41FA-974E-C3DE9DBFD547}"/>
              </a:ext>
            </a:extLst>
          </p:cNvPr>
          <p:cNvSpPr>
            <a:spLocks noGrp="1"/>
          </p:cNvSpPr>
          <p:nvPr/>
        </p:nvSpPr>
        <p:spPr>
          <a:xfrm>
            <a:off x="8648700" y="4762500"/>
            <a:ext cx="2857500" cy="704850"/>
          </a:xfrm>
          <a:prstGeom prst="rect">
            <a:avLst/>
          </a:prstGeom>
          <a:solidFill>
            <a:srgbClr val="EDF4F5"/>
          </a:solidFill>
          <a:ln w="14288">
            <a:solidFill>
              <a:srgbClr val="B8C6CE"/>
            </a:solidFill>
          </a:ln>
        </p:spPr>
        <p:txBody>
          <a:bodyPr wrap="square" lIns="114300" tIns="114300" rIns="114300" bIns="114300" anchor="ctr">
            <a:noAutofit/>
          </a:bodyPr>
          <a:lstStyle>
            <a:lvl1pPr algn="ctr">
              <a:buNone/>
              <a:defRPr sz="1800" b="0">
                <a:solidFill>
                  <a:srgbClr val="20334A"/>
                </a:solidFill>
                <a:latin typeface="Arial"/>
                <a:ea typeface="Arial"/>
                <a:cs typeface="Arial"/>
              </a:defRPr>
            </a:lvl1pPr>
            <a:lvl2pPr algn="ctr">
              <a:buNone/>
              <a:defRPr sz="1800" b="0">
                <a:solidFill>
                  <a:srgbClr val="20334A"/>
                </a:solidFill>
                <a:latin typeface="Arial"/>
                <a:ea typeface="Arial"/>
                <a:cs typeface="Arial"/>
              </a:defRPr>
            </a:lvl2pPr>
            <a:lvl3pPr algn="ctr">
              <a:buNone/>
              <a:defRPr sz="1800" b="0">
                <a:solidFill>
                  <a:srgbClr val="20334A"/>
                </a:solidFill>
                <a:latin typeface="Arial"/>
                <a:ea typeface="Arial"/>
                <a:cs typeface="Arial"/>
              </a:defRPr>
            </a:lvl3pPr>
            <a:lvl4pPr algn="ctr">
              <a:buNone/>
              <a:defRPr sz="1800" b="0">
                <a:solidFill>
                  <a:srgbClr val="20334A"/>
                </a:solidFill>
                <a:latin typeface="Arial"/>
                <a:ea typeface="Arial"/>
                <a:cs typeface="Arial"/>
              </a:defRPr>
            </a:lvl4pPr>
            <a:lvl5pPr algn="ctr">
              <a:buNone/>
              <a:defRPr sz="1800" b="0">
                <a:solidFill>
                  <a:srgbClr val="20334A"/>
                </a:solidFill>
                <a:latin typeface="Arial"/>
                <a:ea typeface="Arial"/>
                <a:cs typeface="Arial"/>
              </a:defRPr>
            </a:lvl5pPr>
            <a:lvl6pPr algn="ctr">
              <a:buNone/>
              <a:defRPr sz="1800" b="0">
                <a:solidFill>
                  <a:srgbClr val="20334A"/>
                </a:solidFill>
                <a:latin typeface="Arial"/>
                <a:ea typeface="Arial"/>
                <a:cs typeface="Arial"/>
              </a:defRPr>
            </a:lvl6pPr>
            <a:lvl7pPr algn="ctr">
              <a:buNone/>
              <a:defRPr sz="1800" b="0">
                <a:solidFill>
                  <a:srgbClr val="20334A"/>
                </a:solidFill>
                <a:latin typeface="Arial"/>
                <a:ea typeface="Arial"/>
                <a:cs typeface="Arial"/>
              </a:defRPr>
            </a:lvl7pPr>
            <a:lvl8pPr algn="ctr">
              <a:buNone/>
              <a:defRPr sz="1800" b="0">
                <a:solidFill>
                  <a:srgbClr val="20334A"/>
                </a:solidFill>
                <a:latin typeface="Arial"/>
                <a:ea typeface="Arial"/>
                <a:cs typeface="Arial"/>
              </a:defRPr>
            </a:lvl8pPr>
            <a:lvl9pPr algn="ctr">
              <a:buNone/>
              <a:defRPr sz="1800" b="0">
                <a:solidFill>
                  <a:srgbClr val="20334A"/>
                </a:solidFill>
                <a:latin typeface="Arial"/>
                <a:ea typeface="Arial"/>
                <a:cs typeface="Arial"/>
              </a:defRPr>
            </a:lvl9pPr>
          </a:lstStyle>
          <a:p>
            <a:endParaRPr/>
          </a:p>
        </p:txBody>
      </p:sp>
      <p:sp>
        <p:nvSpPr>
          <p:cNvPr id="22" name="Text 278">
            <a:extLst>
              <a:ext uri="{FF2B5EF4-FFF2-40B4-BE49-F238E27FC236}">
                <a16:creationId xmlns:a16="http://schemas.microsoft.com/office/drawing/2014/main" id="{C46C6A70-4639-41C0-9C57-42829F894AD9}"/>
              </a:ext>
            </a:extLst>
          </p:cNvPr>
          <p:cNvSpPr>
            <a:spLocks noGrp="1"/>
          </p:cNvSpPr>
          <p:nvPr/>
        </p:nvSpPr>
        <p:spPr>
          <a:xfrm>
            <a:off x="8801100" y="4867275"/>
            <a:ext cx="2552700" cy="209550"/>
          </a:xfrm>
          <a:prstGeom prst="rect">
            <a:avLst/>
          </a:prstGeom>
          <a:noFill/>
          <a:ln w="0">
            <a:noFill/>
          </a:ln>
        </p:spPr>
        <p:txBody>
          <a:bodyPr wrap="square" lIns="0" tIns="0" rIns="0" bIns="0" anchor="t">
            <a:noAutofit/>
          </a:bodyPr>
          <a:lstStyle>
            <a:lvl1pPr algn="l">
              <a:buNone/>
              <a:defRPr sz="1350" b="1">
                <a:solidFill>
                  <a:srgbClr val="5B6878"/>
                </a:solidFill>
                <a:latin typeface="Arial"/>
                <a:ea typeface="Arial"/>
                <a:cs typeface="Arial"/>
              </a:defRPr>
            </a:lvl1pPr>
            <a:lvl2pPr algn="l">
              <a:buNone/>
              <a:defRPr sz="1350" b="1">
                <a:solidFill>
                  <a:srgbClr val="5B6878"/>
                </a:solidFill>
                <a:latin typeface="Arial"/>
                <a:ea typeface="Arial"/>
                <a:cs typeface="Arial"/>
              </a:defRPr>
            </a:lvl2pPr>
            <a:lvl3pPr algn="l">
              <a:buNone/>
              <a:defRPr sz="1350" b="1">
                <a:solidFill>
                  <a:srgbClr val="5B6878"/>
                </a:solidFill>
                <a:latin typeface="Arial"/>
                <a:ea typeface="Arial"/>
                <a:cs typeface="Arial"/>
              </a:defRPr>
            </a:lvl3pPr>
            <a:lvl4pPr algn="l">
              <a:buNone/>
              <a:defRPr sz="1350" b="1">
                <a:solidFill>
                  <a:srgbClr val="5B6878"/>
                </a:solidFill>
                <a:latin typeface="Arial"/>
                <a:ea typeface="Arial"/>
                <a:cs typeface="Arial"/>
              </a:defRPr>
            </a:lvl4pPr>
            <a:lvl5pPr algn="l">
              <a:buNone/>
              <a:defRPr sz="1350" b="1">
                <a:solidFill>
                  <a:srgbClr val="5B6878"/>
                </a:solidFill>
                <a:latin typeface="Arial"/>
                <a:ea typeface="Arial"/>
                <a:cs typeface="Arial"/>
              </a:defRPr>
            </a:lvl5pPr>
            <a:lvl6pPr algn="l">
              <a:buNone/>
              <a:defRPr sz="1350" b="1">
                <a:solidFill>
                  <a:srgbClr val="5B6878"/>
                </a:solidFill>
                <a:latin typeface="Arial"/>
                <a:ea typeface="Arial"/>
                <a:cs typeface="Arial"/>
              </a:defRPr>
            </a:lvl6pPr>
            <a:lvl7pPr algn="l">
              <a:buNone/>
              <a:defRPr sz="1350" b="1">
                <a:solidFill>
                  <a:srgbClr val="5B6878"/>
                </a:solidFill>
                <a:latin typeface="Arial"/>
                <a:ea typeface="Arial"/>
                <a:cs typeface="Arial"/>
              </a:defRPr>
            </a:lvl7pPr>
            <a:lvl8pPr algn="l">
              <a:buNone/>
              <a:defRPr sz="1350" b="1">
                <a:solidFill>
                  <a:srgbClr val="5B6878"/>
                </a:solidFill>
                <a:latin typeface="Arial"/>
                <a:ea typeface="Arial"/>
                <a:cs typeface="Arial"/>
              </a:defRPr>
            </a:lvl8pPr>
            <a:lvl9pPr algn="l">
              <a:buNone/>
              <a:defRPr sz="1350" b="1">
                <a:solidFill>
                  <a:srgbClr val="5B6878"/>
                </a:solidFill>
                <a:latin typeface="Arial"/>
                <a:ea typeface="Arial"/>
                <a:cs typeface="Arial"/>
              </a:defRPr>
            </a:lvl9pPr>
          </a:lstStyle>
          <a:p>
            <a:pPr algn="l">
              <a:buNone/>
              <a:defRPr sz="1350" b="1">
                <a:solidFill>
                  <a:srgbClr val="5B6878"/>
                </a:solidFill>
                <a:latin typeface="Arial"/>
                <a:ea typeface="Arial"/>
                <a:cs typeface="Arial"/>
              </a:defRPr>
            </a:pPr>
            <a:r>
              <a:rPr sz="1350" b="1">
                <a:solidFill>
                  <a:srgbClr val="5B6878"/>
                </a:solidFill>
                <a:latin typeface="Arial"/>
                <a:ea typeface="Arial"/>
                <a:cs typeface="Arial"/>
              </a:rPr>
              <a:t>Browser</a:t>
            </a:r>
          </a:p>
        </p:txBody>
      </p:sp>
      <p:sp>
        <p:nvSpPr>
          <p:cNvPr id="23" name="Text 279">
            <a:extLst>
              <a:ext uri="{FF2B5EF4-FFF2-40B4-BE49-F238E27FC236}">
                <a16:creationId xmlns:a16="http://schemas.microsoft.com/office/drawing/2014/main" id="{B33C8136-8576-4208-AA88-B6E7FCA363BE}"/>
              </a:ext>
            </a:extLst>
          </p:cNvPr>
          <p:cNvSpPr>
            <a:spLocks noGrp="1"/>
          </p:cNvSpPr>
          <p:nvPr/>
        </p:nvSpPr>
        <p:spPr>
          <a:xfrm>
            <a:off x="8801100" y="5172075"/>
            <a:ext cx="2552700" cy="238125"/>
          </a:xfrm>
          <a:prstGeom prst="rect">
            <a:avLst/>
          </a:prstGeom>
          <a:noFill/>
          <a:ln w="0">
            <a:noFill/>
          </a:ln>
        </p:spPr>
        <p:txBody>
          <a:bodyPr wrap="square" lIns="0" tIns="0" rIns="0" bIns="0" anchor="t">
            <a:noAutofit/>
          </a:bodyPr>
          <a:lstStyle>
            <a:lvl1pPr algn="l">
              <a:buNone/>
              <a:defRPr sz="1425" b="0">
                <a:solidFill>
                  <a:srgbClr val="20334A"/>
                </a:solidFill>
                <a:latin typeface="Consolas"/>
                <a:ea typeface="Consolas"/>
                <a:cs typeface="Consolas"/>
              </a:defRPr>
            </a:lvl1pPr>
            <a:lvl2pPr algn="l">
              <a:buNone/>
              <a:defRPr sz="1425" b="0">
                <a:solidFill>
                  <a:srgbClr val="20334A"/>
                </a:solidFill>
                <a:latin typeface="Consolas"/>
                <a:ea typeface="Consolas"/>
                <a:cs typeface="Consolas"/>
              </a:defRPr>
            </a:lvl2pPr>
            <a:lvl3pPr algn="l">
              <a:buNone/>
              <a:defRPr sz="1425" b="0">
                <a:solidFill>
                  <a:srgbClr val="20334A"/>
                </a:solidFill>
                <a:latin typeface="Consolas"/>
                <a:ea typeface="Consolas"/>
                <a:cs typeface="Consolas"/>
              </a:defRPr>
            </a:lvl3pPr>
            <a:lvl4pPr algn="l">
              <a:buNone/>
              <a:defRPr sz="1425" b="0">
                <a:solidFill>
                  <a:srgbClr val="20334A"/>
                </a:solidFill>
                <a:latin typeface="Consolas"/>
                <a:ea typeface="Consolas"/>
                <a:cs typeface="Consolas"/>
              </a:defRPr>
            </a:lvl4pPr>
            <a:lvl5pPr algn="l">
              <a:buNone/>
              <a:defRPr sz="1425" b="0">
                <a:solidFill>
                  <a:srgbClr val="20334A"/>
                </a:solidFill>
                <a:latin typeface="Consolas"/>
                <a:ea typeface="Consolas"/>
                <a:cs typeface="Consolas"/>
              </a:defRPr>
            </a:lvl5pPr>
            <a:lvl6pPr algn="l">
              <a:buNone/>
              <a:defRPr sz="1425" b="0">
                <a:solidFill>
                  <a:srgbClr val="20334A"/>
                </a:solidFill>
                <a:latin typeface="Consolas"/>
                <a:ea typeface="Consolas"/>
                <a:cs typeface="Consolas"/>
              </a:defRPr>
            </a:lvl6pPr>
            <a:lvl7pPr algn="l">
              <a:buNone/>
              <a:defRPr sz="1425" b="0">
                <a:solidFill>
                  <a:srgbClr val="20334A"/>
                </a:solidFill>
                <a:latin typeface="Consolas"/>
                <a:ea typeface="Consolas"/>
                <a:cs typeface="Consolas"/>
              </a:defRPr>
            </a:lvl7pPr>
            <a:lvl8pPr algn="l">
              <a:buNone/>
              <a:defRPr sz="1425" b="0">
                <a:solidFill>
                  <a:srgbClr val="20334A"/>
                </a:solidFill>
                <a:latin typeface="Consolas"/>
                <a:ea typeface="Consolas"/>
                <a:cs typeface="Consolas"/>
              </a:defRPr>
            </a:lvl8pPr>
            <a:lvl9pPr algn="l">
              <a:buNone/>
              <a:defRPr sz="1425" b="0">
                <a:solidFill>
                  <a:srgbClr val="20334A"/>
                </a:solidFill>
                <a:latin typeface="Consolas"/>
                <a:ea typeface="Consolas"/>
                <a:cs typeface="Consolas"/>
              </a:defRPr>
            </a:lvl9pPr>
          </a:lstStyle>
          <a:p>
            <a:pPr algn="l">
              <a:buNone/>
              <a:defRPr sz="1425" b="0">
                <a:solidFill>
                  <a:srgbClr val="20334A"/>
                </a:solidFill>
                <a:latin typeface="Consolas"/>
                <a:ea typeface="Consolas"/>
                <a:cs typeface="Consolas"/>
              </a:defRPr>
            </a:pPr>
            <a:r>
              <a:rPr sz="1425" b="0">
                <a:solidFill>
                  <a:srgbClr val="20334A"/>
                </a:solidFill>
                <a:latin typeface="Consolas"/>
                <a:ea typeface="Consolas"/>
                <a:cs typeface="Consolas"/>
              </a:rPr>
              <a:t>http://127.0.0.1:5173</a:t>
            </a:r>
          </a:p>
        </p:txBody>
      </p:sp>
      <p:sp>
        <p:nvSpPr>
          <p:cNvPr id="24" name="Text 280">
            <a:extLst>
              <a:ext uri="{FF2B5EF4-FFF2-40B4-BE49-F238E27FC236}">
                <a16:creationId xmlns:a16="http://schemas.microsoft.com/office/drawing/2014/main" id="{EEFA9AD6-9B37-47E8-85A5-811CE7B244C0}"/>
              </a:ext>
            </a:extLst>
          </p:cNvPr>
          <p:cNvSpPr>
            <a:spLocks noGrp="1"/>
          </p:cNvSpPr>
          <p:nvPr/>
        </p:nvSpPr>
        <p:spPr>
          <a:xfrm>
            <a:off x="685800" y="5705475"/>
            <a:ext cx="10820400" cy="285750"/>
          </a:xfrm>
          <a:prstGeom prst="rect">
            <a:avLst/>
          </a:prstGeom>
          <a:noFill/>
          <a:ln w="0">
            <a:noFill/>
          </a:ln>
        </p:spPr>
        <p:txBody>
          <a:bodyPr wrap="square" lIns="0" tIns="0" rIns="0" bIns="0" anchor="t">
            <a:noAutofit/>
          </a:bodyPr>
          <a:lstStyle>
            <a:lvl1pPr algn="l">
              <a:buNone/>
              <a:defRPr sz="1575" b="0">
                <a:solidFill>
                  <a:srgbClr val="20334A"/>
                </a:solidFill>
                <a:latin typeface="Consolas"/>
                <a:ea typeface="Consolas"/>
                <a:cs typeface="Consolas"/>
              </a:defRPr>
            </a:lvl1pPr>
            <a:lvl2pPr algn="l">
              <a:buNone/>
              <a:defRPr sz="1575" b="0">
                <a:solidFill>
                  <a:srgbClr val="20334A"/>
                </a:solidFill>
                <a:latin typeface="Consolas"/>
                <a:ea typeface="Consolas"/>
                <a:cs typeface="Consolas"/>
              </a:defRPr>
            </a:lvl2pPr>
            <a:lvl3pPr algn="l">
              <a:buNone/>
              <a:defRPr sz="1575" b="0">
                <a:solidFill>
                  <a:srgbClr val="20334A"/>
                </a:solidFill>
                <a:latin typeface="Consolas"/>
                <a:ea typeface="Consolas"/>
                <a:cs typeface="Consolas"/>
              </a:defRPr>
            </a:lvl3pPr>
            <a:lvl4pPr algn="l">
              <a:buNone/>
              <a:defRPr sz="1575" b="0">
                <a:solidFill>
                  <a:srgbClr val="20334A"/>
                </a:solidFill>
                <a:latin typeface="Consolas"/>
                <a:ea typeface="Consolas"/>
                <a:cs typeface="Consolas"/>
              </a:defRPr>
            </a:lvl4pPr>
            <a:lvl5pPr algn="l">
              <a:buNone/>
              <a:defRPr sz="1575" b="0">
                <a:solidFill>
                  <a:srgbClr val="20334A"/>
                </a:solidFill>
                <a:latin typeface="Consolas"/>
                <a:ea typeface="Consolas"/>
                <a:cs typeface="Consolas"/>
              </a:defRPr>
            </a:lvl5pPr>
            <a:lvl6pPr algn="l">
              <a:buNone/>
              <a:defRPr sz="1575" b="0">
                <a:solidFill>
                  <a:srgbClr val="20334A"/>
                </a:solidFill>
                <a:latin typeface="Consolas"/>
                <a:ea typeface="Consolas"/>
                <a:cs typeface="Consolas"/>
              </a:defRPr>
            </a:lvl6pPr>
            <a:lvl7pPr algn="l">
              <a:buNone/>
              <a:defRPr sz="1575" b="0">
                <a:solidFill>
                  <a:srgbClr val="20334A"/>
                </a:solidFill>
                <a:latin typeface="Consolas"/>
                <a:ea typeface="Consolas"/>
                <a:cs typeface="Consolas"/>
              </a:defRPr>
            </a:lvl7pPr>
            <a:lvl8pPr algn="l">
              <a:buNone/>
              <a:defRPr sz="1575" b="0">
                <a:solidFill>
                  <a:srgbClr val="20334A"/>
                </a:solidFill>
                <a:latin typeface="Consolas"/>
                <a:ea typeface="Consolas"/>
                <a:cs typeface="Consolas"/>
              </a:defRPr>
            </a:lvl8pPr>
            <a:lvl9pPr algn="l">
              <a:buNone/>
              <a:defRPr sz="1575" b="0">
                <a:solidFill>
                  <a:srgbClr val="20334A"/>
                </a:solidFill>
                <a:latin typeface="Consolas"/>
                <a:ea typeface="Consolas"/>
                <a:cs typeface="Consolas"/>
              </a:defRPr>
            </a:lvl9pPr>
          </a:lstStyle>
          <a:p>
            <a:pPr algn="l">
              <a:buNone/>
              <a:defRPr sz="1575" b="0">
                <a:solidFill>
                  <a:srgbClr val="20334A"/>
                </a:solidFill>
                <a:latin typeface="Consolas"/>
                <a:ea typeface="Consolas"/>
                <a:cs typeface="Consolas"/>
              </a:defRPr>
            </a:pPr>
            <a:r>
              <a:rPr sz="1575" b="0">
                <a:solidFill>
                  <a:srgbClr val="20334A"/>
                </a:solidFill>
                <a:latin typeface="Consolas"/>
                <a:ea typeface="Consolas"/>
                <a:cs typeface="Consolas"/>
              </a:rPr>
              <a:t>Optional Terminal 3 for Live: npm run transmitter -- --mode clean</a:t>
            </a:r>
          </a:p>
        </p:txBody>
      </p:sp>
      <p:sp>
        <p:nvSpPr>
          <p:cNvPr id="25" name="Text 281">
            <a:extLst>
              <a:ext uri="{FF2B5EF4-FFF2-40B4-BE49-F238E27FC236}">
                <a16:creationId xmlns:a16="http://schemas.microsoft.com/office/drawing/2014/main" id="{A4A10F16-1497-437C-97B7-94CE20AAC0FF}"/>
              </a:ext>
            </a:extLst>
          </p:cNvPr>
          <p:cNvSpPr>
            <a:spLocks noGrp="1"/>
          </p:cNvSpPr>
          <p:nvPr/>
        </p:nvSpPr>
        <p:spPr>
          <a:xfrm>
            <a:off x="685800" y="6181725"/>
            <a:ext cx="10820400" cy="304800"/>
          </a:xfrm>
          <a:prstGeom prst="rect">
            <a:avLst/>
          </a:prstGeom>
          <a:noFill/>
          <a:ln w="0">
            <a:noFill/>
          </a:ln>
        </p:spPr>
        <p:txBody>
          <a:bodyPr wrap="square" lIns="0" tIns="0" rIns="0" bIns="0" anchor="t">
            <a:noAutofit/>
          </a:bodyPr>
          <a:lstStyle>
            <a:lvl1pPr algn="l">
              <a:buNone/>
              <a:defRPr sz="1875" b="1">
                <a:solidFill>
                  <a:srgbClr val="166D73"/>
                </a:solidFill>
                <a:latin typeface="Arial"/>
                <a:ea typeface="Arial"/>
                <a:cs typeface="Arial"/>
              </a:defRPr>
            </a:lvl1pPr>
            <a:lvl2pPr algn="l">
              <a:buNone/>
              <a:defRPr sz="1875" b="1">
                <a:solidFill>
                  <a:srgbClr val="166D73"/>
                </a:solidFill>
                <a:latin typeface="Arial"/>
                <a:ea typeface="Arial"/>
                <a:cs typeface="Arial"/>
              </a:defRPr>
            </a:lvl2pPr>
            <a:lvl3pPr algn="l">
              <a:buNone/>
              <a:defRPr sz="1875" b="1">
                <a:solidFill>
                  <a:srgbClr val="166D73"/>
                </a:solidFill>
                <a:latin typeface="Arial"/>
                <a:ea typeface="Arial"/>
                <a:cs typeface="Arial"/>
              </a:defRPr>
            </a:lvl3pPr>
            <a:lvl4pPr algn="l">
              <a:buNone/>
              <a:defRPr sz="1875" b="1">
                <a:solidFill>
                  <a:srgbClr val="166D73"/>
                </a:solidFill>
                <a:latin typeface="Arial"/>
                <a:ea typeface="Arial"/>
                <a:cs typeface="Arial"/>
              </a:defRPr>
            </a:lvl4pPr>
            <a:lvl5pPr algn="l">
              <a:buNone/>
              <a:defRPr sz="1875" b="1">
                <a:solidFill>
                  <a:srgbClr val="166D73"/>
                </a:solidFill>
                <a:latin typeface="Arial"/>
                <a:ea typeface="Arial"/>
                <a:cs typeface="Arial"/>
              </a:defRPr>
            </a:lvl5pPr>
            <a:lvl6pPr algn="l">
              <a:buNone/>
              <a:defRPr sz="1875" b="1">
                <a:solidFill>
                  <a:srgbClr val="166D73"/>
                </a:solidFill>
                <a:latin typeface="Arial"/>
                <a:ea typeface="Arial"/>
                <a:cs typeface="Arial"/>
              </a:defRPr>
            </a:lvl6pPr>
            <a:lvl7pPr algn="l">
              <a:buNone/>
              <a:defRPr sz="1875" b="1">
                <a:solidFill>
                  <a:srgbClr val="166D73"/>
                </a:solidFill>
                <a:latin typeface="Arial"/>
                <a:ea typeface="Arial"/>
                <a:cs typeface="Arial"/>
              </a:defRPr>
            </a:lvl7pPr>
            <a:lvl8pPr algn="l">
              <a:buNone/>
              <a:defRPr sz="1875" b="1">
                <a:solidFill>
                  <a:srgbClr val="166D73"/>
                </a:solidFill>
                <a:latin typeface="Arial"/>
                <a:ea typeface="Arial"/>
                <a:cs typeface="Arial"/>
              </a:defRPr>
            </a:lvl8pPr>
            <a:lvl9pPr algn="l">
              <a:buNone/>
              <a:defRPr sz="1875" b="1">
                <a:solidFill>
                  <a:srgbClr val="166D73"/>
                </a:solidFill>
                <a:latin typeface="Arial"/>
                <a:ea typeface="Arial"/>
                <a:cs typeface="Arial"/>
              </a:defRPr>
            </a:lvl9pPr>
          </a:lstStyle>
          <a:p>
            <a:pPr algn="l">
              <a:buNone/>
              <a:defRPr sz="1875" b="1">
                <a:solidFill>
                  <a:srgbClr val="166D73"/>
                </a:solidFill>
                <a:latin typeface="Arial"/>
                <a:ea typeface="Arial"/>
                <a:cs typeface="Arial"/>
              </a:defRPr>
            </a:pPr>
            <a:r>
              <a:rPr sz="1875" b="1">
                <a:solidFill>
                  <a:srgbClr val="166D73"/>
                </a:solidFill>
                <a:latin typeface="Arial"/>
                <a:ea typeface="Arial"/>
                <a:cs typeface="Arial"/>
              </a:rPr>
              <a:t>The receiver continues decoding later valid frames without restarting</a:t>
            </a:r>
          </a:p>
        </p:txBody>
      </p:sp>
    </p:spTree>
    <p:extLst>
      <p:ext uri="{BB962C8B-B14F-4D97-AF65-F5344CB8AC3E}">
        <p14:creationId xmlns:p14="http://schemas.microsoft.com/office/powerpoint/2010/main" val="9658641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2348</Words>
  <Application>Microsoft Office PowerPoint</Application>
  <DocSecurity>0</DocSecurity>
  <PresentationFormat>Widescreen</PresentationFormat>
  <Paragraphs>322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Jahnavi Singh</cp:lastModifiedBy>
  <cp:revision>2</cp:revision>
  <dcterms:created xsi:type="dcterms:W3CDTF">2026-10-20T19:43:31Z</dcterms:created>
  <dcterms:modified xsi:type="dcterms:W3CDTF">2026-10-21T03:54:53Z</dcterms:modified>
</cp:coreProperties>
</file>